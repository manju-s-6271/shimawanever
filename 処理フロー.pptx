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3"/>
    <p:restoredTop sz="94651"/>
  </p:normalViewPr>
  <p:slideViewPr>
    <p:cSldViewPr snapToGrid="0">
      <p:cViewPr varScale="1">
        <p:scale>
          <a:sx n="148" d="100"/>
          <a:sy n="148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523820-5C40-7A45-80D9-ADCEAE8B4433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7AC52FA3-CBED-3943-A6E0-F1AF3428E189}">
      <dgm:prSet phldrT="[テキスト]"/>
      <dgm:spPr/>
      <dgm:t>
        <a:bodyPr/>
        <a:lstStyle/>
        <a:p>
          <a:r>
            <a:rPr kumimoji="1" lang="en-US" altLang="ja-JP" dirty="0"/>
            <a:t>TSV-BK: </a:t>
          </a:r>
          <a:r>
            <a:rPr kumimoji="1" lang="ja-JP" altLang="en-US"/>
            <a:t>書籍</a:t>
          </a:r>
        </a:p>
      </dgm:t>
    </dgm:pt>
    <dgm:pt modelId="{EF55652D-75C2-D648-8FC7-C36F147DF81A}" type="parTrans" cxnId="{1815B9AF-A97B-EA4A-BBC3-4A12122F9ACE}">
      <dgm:prSet/>
      <dgm:spPr/>
      <dgm:t>
        <a:bodyPr/>
        <a:lstStyle/>
        <a:p>
          <a:endParaRPr kumimoji="1" lang="ja-JP" altLang="en-US"/>
        </a:p>
      </dgm:t>
    </dgm:pt>
    <dgm:pt modelId="{3268E295-00F4-DB46-9601-C93577693070}" type="sibTrans" cxnId="{1815B9AF-A97B-EA4A-BBC3-4A12122F9ACE}">
      <dgm:prSet/>
      <dgm:spPr/>
      <dgm:t>
        <a:bodyPr/>
        <a:lstStyle/>
        <a:p>
          <a:endParaRPr kumimoji="1" lang="ja-JP" altLang="en-US"/>
        </a:p>
      </dgm:t>
    </dgm:pt>
    <dgm:pt modelId="{C155137A-2F48-F040-A0D8-588D035F178F}">
      <dgm:prSet phldrT="[テキスト]"/>
      <dgm:spPr/>
      <dgm:t>
        <a:bodyPr/>
        <a:lstStyle/>
        <a:p>
          <a:r>
            <a:rPr kumimoji="1" lang="en-US" altLang="ja-JP" dirty="0"/>
            <a:t>200 13</a:t>
          </a:r>
          <a:r>
            <a:rPr kumimoji="1" lang="ja-JP" altLang="ja-JP"/>
            <a:t>桁の国際標準図書番号の割り当てを受けている書籍オブジェクト</a:t>
          </a:r>
          <a:endParaRPr kumimoji="1" lang="ja-JP" altLang="en-US"/>
        </a:p>
      </dgm:t>
    </dgm:pt>
    <dgm:pt modelId="{59815F69-6869-CD4C-AB06-ACFA7FC394E5}" type="parTrans" cxnId="{B0C24C6D-8140-0240-B518-BB722158B70C}">
      <dgm:prSet/>
      <dgm:spPr/>
      <dgm:t>
        <a:bodyPr/>
        <a:lstStyle/>
        <a:p>
          <a:endParaRPr kumimoji="1" lang="ja-JP" altLang="en-US"/>
        </a:p>
      </dgm:t>
    </dgm:pt>
    <dgm:pt modelId="{B908F411-FD06-4C4A-A41F-02B14C59D82F}" type="sibTrans" cxnId="{B0C24C6D-8140-0240-B518-BB722158B70C}">
      <dgm:prSet/>
      <dgm:spPr/>
      <dgm:t>
        <a:bodyPr/>
        <a:lstStyle/>
        <a:p>
          <a:endParaRPr kumimoji="1" lang="ja-JP" altLang="en-US"/>
        </a:p>
      </dgm:t>
    </dgm:pt>
    <dgm:pt modelId="{6283DC4E-11B0-3541-882D-A0E04DE10269}">
      <dgm:prSet phldrT="[テキスト]"/>
      <dgm:spPr/>
      <dgm:t>
        <a:bodyPr/>
        <a:lstStyle/>
        <a:p>
          <a:r>
            <a:rPr kumimoji="1" lang="en-US" altLang="en-US" dirty="0"/>
            <a:t>201 10</a:t>
          </a:r>
          <a:r>
            <a:rPr kumimoji="1" lang="ja-JP" altLang="en-US"/>
            <a:t>桁の国際標準図書番号の割り当てを受けている書籍オブジェクト</a:t>
          </a:r>
        </a:p>
      </dgm:t>
    </dgm:pt>
    <dgm:pt modelId="{3AE164E8-4B85-8841-98C9-8C3FC2867A30}" type="parTrans" cxnId="{9B7DAC60-C044-1C4C-A45D-E6B76F93BCF3}">
      <dgm:prSet/>
      <dgm:spPr/>
      <dgm:t>
        <a:bodyPr/>
        <a:lstStyle/>
        <a:p>
          <a:endParaRPr kumimoji="1" lang="ja-JP" altLang="en-US"/>
        </a:p>
      </dgm:t>
    </dgm:pt>
    <dgm:pt modelId="{FCB5C930-2D06-3D4E-966F-8A8C9F87DBD6}" type="sibTrans" cxnId="{9B7DAC60-C044-1C4C-A45D-E6B76F93BCF3}">
      <dgm:prSet/>
      <dgm:spPr/>
      <dgm:t>
        <a:bodyPr/>
        <a:lstStyle/>
        <a:p>
          <a:endParaRPr kumimoji="1" lang="ja-JP" altLang="en-US"/>
        </a:p>
      </dgm:t>
    </dgm:pt>
    <dgm:pt modelId="{0756FE0C-3A2C-894C-91F5-175784BF1CF9}">
      <dgm:prSet phldrT="[テキスト]"/>
      <dgm:spPr/>
      <dgm:t>
        <a:bodyPr/>
        <a:lstStyle/>
        <a:p>
          <a:r>
            <a:rPr kumimoji="1" lang="ja-JP" altLang="en-US"/>
            <a:t>書籍</a:t>
          </a:r>
          <a:r>
            <a:rPr kumimoji="1" lang="en-US" altLang="ja-JP" dirty="0"/>
            <a:t>G</a:t>
          </a:r>
          <a:endParaRPr kumimoji="1" lang="ja-JP" altLang="en-US"/>
        </a:p>
      </dgm:t>
    </dgm:pt>
    <dgm:pt modelId="{782C9379-DD89-1C44-A755-955467083188}" type="parTrans" cxnId="{72090990-8380-3242-A2E8-D28043483FAB}">
      <dgm:prSet/>
      <dgm:spPr/>
      <dgm:t>
        <a:bodyPr/>
        <a:lstStyle/>
        <a:p>
          <a:endParaRPr kumimoji="1" lang="ja-JP" altLang="en-US"/>
        </a:p>
      </dgm:t>
    </dgm:pt>
    <dgm:pt modelId="{9A66FD8F-4BF7-1042-A22D-4586CDDABFFD}" type="sibTrans" cxnId="{72090990-8380-3242-A2E8-D28043483FAB}">
      <dgm:prSet/>
      <dgm:spPr/>
      <dgm:t>
        <a:bodyPr/>
        <a:lstStyle/>
        <a:p>
          <a:endParaRPr kumimoji="1" lang="ja-JP" altLang="en-US"/>
        </a:p>
      </dgm:t>
    </dgm:pt>
    <dgm:pt modelId="{F11BEB45-22F3-3748-BB3B-8712796226CF}">
      <dgm:prSet phldrT="[テキスト]"/>
      <dgm:spPr/>
      <dgm:t>
        <a:bodyPr/>
        <a:lstStyle/>
        <a:p>
          <a:r>
            <a:rPr kumimoji="1" lang="en-US" altLang="ja-JP" dirty="0"/>
            <a:t>205 </a:t>
          </a:r>
          <a:r>
            <a:rPr kumimoji="1" lang="ja-JP" altLang="en-US"/>
            <a:t>一般オブジェクト</a:t>
          </a:r>
        </a:p>
      </dgm:t>
    </dgm:pt>
    <dgm:pt modelId="{D15CC828-7831-F041-A024-861E9128CCDB}" type="parTrans" cxnId="{CE15D97E-01F5-2440-B041-8D83869E4573}">
      <dgm:prSet/>
      <dgm:spPr/>
      <dgm:t>
        <a:bodyPr/>
        <a:lstStyle/>
        <a:p>
          <a:endParaRPr kumimoji="1" lang="ja-JP" altLang="en-US"/>
        </a:p>
      </dgm:t>
    </dgm:pt>
    <dgm:pt modelId="{7E701E19-DD36-F64F-9F5B-974959C45DBA}" type="sibTrans" cxnId="{CE15D97E-01F5-2440-B041-8D83869E4573}">
      <dgm:prSet/>
      <dgm:spPr/>
      <dgm:t>
        <a:bodyPr/>
        <a:lstStyle/>
        <a:p>
          <a:endParaRPr kumimoji="1" lang="ja-JP" altLang="en-US"/>
        </a:p>
      </dgm:t>
    </dgm:pt>
    <dgm:pt modelId="{2C101E59-52D0-074E-A070-05005CCA7CB1}">
      <dgm:prSet phldrT="[テキスト]"/>
      <dgm:spPr/>
      <dgm:t>
        <a:bodyPr/>
        <a:lstStyle/>
        <a:p>
          <a:r>
            <a:rPr kumimoji="1" lang="ja-JP" altLang="en-US"/>
            <a:t>記録資料等</a:t>
          </a:r>
        </a:p>
      </dgm:t>
    </dgm:pt>
    <dgm:pt modelId="{D0EBC4CC-D273-4F47-9012-8699C7A4ED81}" type="parTrans" cxnId="{95EEEFF4-6A07-8548-9206-4279F10E1094}">
      <dgm:prSet/>
      <dgm:spPr/>
      <dgm:t>
        <a:bodyPr/>
        <a:lstStyle/>
        <a:p>
          <a:endParaRPr kumimoji="1" lang="ja-JP" altLang="en-US"/>
        </a:p>
      </dgm:t>
    </dgm:pt>
    <dgm:pt modelId="{7B0844DE-6E0E-BC49-AD1F-57A2B18537E4}" type="sibTrans" cxnId="{95EEEFF4-6A07-8548-9206-4279F10E1094}">
      <dgm:prSet/>
      <dgm:spPr/>
      <dgm:t>
        <a:bodyPr/>
        <a:lstStyle/>
        <a:p>
          <a:endParaRPr kumimoji="1" lang="ja-JP" altLang="en-US"/>
        </a:p>
      </dgm:t>
    </dgm:pt>
    <dgm:pt modelId="{CB946028-BFCC-3947-A012-FA6FB08C694A}">
      <dgm:prSet phldrT="[テキスト]"/>
      <dgm:spPr/>
      <dgm:t>
        <a:bodyPr/>
        <a:lstStyle/>
        <a:p>
          <a:r>
            <a:rPr kumimoji="1" lang="ja-JP" altLang="en-US"/>
            <a:t>資料発行者</a:t>
          </a:r>
        </a:p>
      </dgm:t>
    </dgm:pt>
    <dgm:pt modelId="{97DBDEF4-D70F-B746-A1FB-098307E8D2BE}" type="parTrans" cxnId="{8B4A9909-C987-E146-AAF4-670BB4351DD6}">
      <dgm:prSet/>
      <dgm:spPr/>
      <dgm:t>
        <a:bodyPr/>
        <a:lstStyle/>
        <a:p>
          <a:endParaRPr kumimoji="1" lang="ja-JP" altLang="en-US"/>
        </a:p>
      </dgm:t>
    </dgm:pt>
    <dgm:pt modelId="{79097D26-49B3-F547-8444-822121CDB605}" type="sibTrans" cxnId="{8B4A9909-C987-E146-AAF4-670BB4351DD6}">
      <dgm:prSet/>
      <dgm:spPr/>
      <dgm:t>
        <a:bodyPr/>
        <a:lstStyle/>
        <a:p>
          <a:endParaRPr kumimoji="1" lang="ja-JP" altLang="en-US"/>
        </a:p>
      </dgm:t>
    </dgm:pt>
    <dgm:pt modelId="{A7E15143-CAE3-C543-B7A4-5B4B7D12957E}">
      <dgm:prSet phldrT="[テキスト]"/>
      <dgm:spPr/>
      <dgm:t>
        <a:bodyPr/>
        <a:lstStyle/>
        <a:p>
          <a:r>
            <a:rPr kumimoji="1" lang="en-US" altLang="ja-JP" dirty="0"/>
            <a:t>215 </a:t>
          </a:r>
          <a:r>
            <a:rPr kumimoji="1" lang="ja-JP" altLang="en-US"/>
            <a:t>一般オブジェクト</a:t>
          </a:r>
        </a:p>
      </dgm:t>
    </dgm:pt>
    <dgm:pt modelId="{7593A0CB-1F39-A745-9BD6-9D60FFE4F166}" type="parTrans" cxnId="{87E5C6FB-7F8C-A84B-9649-22E14A98A48B}">
      <dgm:prSet/>
      <dgm:spPr/>
      <dgm:t>
        <a:bodyPr/>
        <a:lstStyle/>
        <a:p>
          <a:endParaRPr kumimoji="1" lang="ja-JP" altLang="en-US"/>
        </a:p>
      </dgm:t>
    </dgm:pt>
    <dgm:pt modelId="{1BE36EED-B9F5-434B-A56F-4E8D35628187}" type="sibTrans" cxnId="{87E5C6FB-7F8C-A84B-9649-22E14A98A48B}">
      <dgm:prSet/>
      <dgm:spPr/>
      <dgm:t>
        <a:bodyPr/>
        <a:lstStyle/>
        <a:p>
          <a:endParaRPr kumimoji="1" lang="ja-JP" altLang="en-US"/>
        </a:p>
      </dgm:t>
    </dgm:pt>
    <dgm:pt modelId="{786A961A-0EF1-7245-8FDF-91D4BE8FAAE2}">
      <dgm:prSet phldrT="[テキスト]"/>
      <dgm:spPr/>
      <dgm:t>
        <a:bodyPr/>
        <a:lstStyle/>
        <a:p>
          <a:r>
            <a:rPr kumimoji="1" lang="en-US" altLang="ja-JP" dirty="0"/>
            <a:t>215 </a:t>
          </a:r>
          <a:r>
            <a:rPr kumimoji="1" lang="ja-JP" altLang="en-US"/>
            <a:t>システムで予約済みの資料発行者オブジェクト</a:t>
          </a:r>
        </a:p>
      </dgm:t>
    </dgm:pt>
    <dgm:pt modelId="{D0072A42-E3C2-814B-985C-BDC05632D871}" type="parTrans" cxnId="{79F6DE07-C73C-A245-A01E-BF7CF2361868}">
      <dgm:prSet/>
      <dgm:spPr/>
      <dgm:t>
        <a:bodyPr/>
        <a:lstStyle/>
        <a:p>
          <a:endParaRPr kumimoji="1" lang="ja-JP" altLang="en-US"/>
        </a:p>
      </dgm:t>
    </dgm:pt>
    <dgm:pt modelId="{BA80AEC8-77B3-0241-9AD8-C91B47762C63}" type="sibTrans" cxnId="{79F6DE07-C73C-A245-A01E-BF7CF2361868}">
      <dgm:prSet/>
      <dgm:spPr/>
      <dgm:t>
        <a:bodyPr/>
        <a:lstStyle/>
        <a:p>
          <a:endParaRPr kumimoji="1" lang="ja-JP" altLang="en-US"/>
        </a:p>
      </dgm:t>
    </dgm:pt>
    <dgm:pt modelId="{5ECD486E-DA14-CA48-9EFC-6BE12BD5F0A0}">
      <dgm:prSet phldrT="[テキスト]"/>
      <dgm:spPr/>
      <dgm:t>
        <a:bodyPr/>
        <a:lstStyle/>
        <a:p>
          <a:r>
            <a:rPr kumimoji="1" lang="en-US" altLang="ja-JP" dirty="0"/>
            <a:t>203 </a:t>
          </a:r>
          <a:r>
            <a:rPr kumimoji="1" lang="ja-JP" altLang="en-US"/>
            <a:t>一般オブジェクト</a:t>
          </a:r>
        </a:p>
      </dgm:t>
    </dgm:pt>
    <dgm:pt modelId="{48C69A73-EB81-C74D-B534-3A519F015302}" type="parTrans" cxnId="{0448DEDE-CC03-7E45-8F8D-5669D2DF8C44}">
      <dgm:prSet/>
      <dgm:spPr/>
      <dgm:t>
        <a:bodyPr/>
        <a:lstStyle/>
        <a:p>
          <a:endParaRPr kumimoji="1" lang="ja-JP" altLang="en-US"/>
        </a:p>
      </dgm:t>
    </dgm:pt>
    <dgm:pt modelId="{1DD95285-9535-C44D-BFBD-61D2BBBAAA76}" type="sibTrans" cxnId="{0448DEDE-CC03-7E45-8F8D-5669D2DF8C44}">
      <dgm:prSet/>
      <dgm:spPr/>
      <dgm:t>
        <a:bodyPr/>
        <a:lstStyle/>
        <a:p>
          <a:endParaRPr kumimoji="1" lang="ja-JP" altLang="en-US"/>
        </a:p>
      </dgm:t>
    </dgm:pt>
    <dgm:pt modelId="{BAF52653-1199-1F4A-8583-169E2CEB89F1}">
      <dgm:prSet phldrT="[テキスト]"/>
      <dgm:spPr/>
      <dgm:t>
        <a:bodyPr/>
        <a:lstStyle/>
        <a:p>
          <a:r>
            <a:rPr kumimoji="1" lang="en-US" altLang="ja-JP" dirty="0"/>
            <a:t>210 </a:t>
          </a:r>
          <a:r>
            <a:rPr kumimoji="1" lang="ja-JP" altLang="en-US"/>
            <a:t>一般オブジェクト</a:t>
          </a:r>
        </a:p>
      </dgm:t>
    </dgm:pt>
    <dgm:pt modelId="{690B4DED-8DD1-2448-8352-0D25FB65705A}" type="parTrans" cxnId="{C69B4F8C-FD1F-0142-83B7-16CF056D6D44}">
      <dgm:prSet/>
      <dgm:spPr/>
      <dgm:t>
        <a:bodyPr/>
        <a:lstStyle/>
        <a:p>
          <a:endParaRPr kumimoji="1" lang="ja-JP" altLang="en-US"/>
        </a:p>
      </dgm:t>
    </dgm:pt>
    <dgm:pt modelId="{7C4D0597-D20D-9B43-ABEB-022E7AC99855}" type="sibTrans" cxnId="{C69B4F8C-FD1F-0142-83B7-16CF056D6D44}">
      <dgm:prSet/>
      <dgm:spPr/>
      <dgm:t>
        <a:bodyPr/>
        <a:lstStyle/>
        <a:p>
          <a:endParaRPr kumimoji="1" lang="ja-JP" altLang="en-US"/>
        </a:p>
      </dgm:t>
    </dgm:pt>
    <dgm:pt modelId="{B64FF774-5827-6A4C-B727-1D5909C9E310}">
      <dgm:prSet phldrT="[テキスト]"/>
      <dgm:spPr/>
      <dgm:t>
        <a:bodyPr/>
        <a:lstStyle/>
        <a:p>
          <a:r>
            <a:rPr kumimoji="1" lang="ja-JP" altLang="en-US"/>
            <a:t>書架</a:t>
          </a:r>
        </a:p>
      </dgm:t>
    </dgm:pt>
    <dgm:pt modelId="{8A885D7F-681D-5940-B4AD-13528E2EFDB3}" type="parTrans" cxnId="{9031DBFA-95DF-984F-8743-2318022412E5}">
      <dgm:prSet/>
      <dgm:spPr/>
      <dgm:t>
        <a:bodyPr/>
        <a:lstStyle/>
        <a:p>
          <a:endParaRPr kumimoji="1" lang="ja-JP" altLang="en-US"/>
        </a:p>
      </dgm:t>
    </dgm:pt>
    <dgm:pt modelId="{1B699CCE-3E31-1B49-9DAF-22A96EF07C71}" type="sibTrans" cxnId="{9031DBFA-95DF-984F-8743-2318022412E5}">
      <dgm:prSet/>
      <dgm:spPr/>
      <dgm:t>
        <a:bodyPr/>
        <a:lstStyle/>
        <a:p>
          <a:endParaRPr kumimoji="1" lang="ja-JP" altLang="en-US"/>
        </a:p>
      </dgm:t>
    </dgm:pt>
    <dgm:pt modelId="{849F7FD3-8562-4646-AD06-981EDBFAB8AB}">
      <dgm:prSet phldrT="[テキスト]"/>
      <dgm:spPr/>
      <dgm:t>
        <a:bodyPr/>
        <a:lstStyle/>
        <a:p>
          <a:r>
            <a:rPr kumimoji="1" lang="en-US" altLang="ja-JP" dirty="0"/>
            <a:t>220 </a:t>
          </a:r>
          <a:r>
            <a:rPr kumimoji="1" lang="ja-JP" altLang="en-US"/>
            <a:t>システムで予約済みの書架オブジェクト</a:t>
          </a:r>
        </a:p>
      </dgm:t>
    </dgm:pt>
    <dgm:pt modelId="{F34D2CA7-C86D-5F49-9AF3-2D19EA974AA6}" type="sibTrans" cxnId="{607D943D-B02C-2C4B-A7DC-0603F2C41348}">
      <dgm:prSet/>
      <dgm:spPr/>
      <dgm:t>
        <a:bodyPr/>
        <a:lstStyle/>
        <a:p>
          <a:endParaRPr kumimoji="1" lang="ja-JP" altLang="en-US"/>
        </a:p>
      </dgm:t>
    </dgm:pt>
    <dgm:pt modelId="{71887D34-04F3-A34B-BA24-B6409130566A}" type="parTrans" cxnId="{607D943D-B02C-2C4B-A7DC-0603F2C41348}">
      <dgm:prSet/>
      <dgm:spPr/>
      <dgm:t>
        <a:bodyPr/>
        <a:lstStyle/>
        <a:p>
          <a:endParaRPr kumimoji="1" lang="ja-JP" altLang="en-US"/>
        </a:p>
      </dgm:t>
    </dgm:pt>
    <dgm:pt modelId="{B57EF0DE-F1C3-204C-AD64-B20ADA102463}">
      <dgm:prSet phldrT="[テキスト]"/>
      <dgm:spPr/>
      <dgm:t>
        <a:bodyPr/>
        <a:lstStyle/>
        <a:p>
          <a:r>
            <a:rPr kumimoji="1" lang="en-US" altLang="ja-JP" dirty="0"/>
            <a:t>220 </a:t>
          </a:r>
          <a:r>
            <a:rPr kumimoji="1" lang="ja-JP" altLang="en-US"/>
            <a:t>一般オブジェクト</a:t>
          </a:r>
        </a:p>
      </dgm:t>
    </dgm:pt>
    <dgm:pt modelId="{A80C4DDB-8F02-4444-88E5-AE6C5C41A237}" type="parTrans" cxnId="{CB600D43-5847-484B-82F8-223351B55382}">
      <dgm:prSet/>
      <dgm:spPr/>
      <dgm:t>
        <a:bodyPr/>
        <a:lstStyle/>
        <a:p>
          <a:endParaRPr kumimoji="1" lang="ja-JP" altLang="en-US"/>
        </a:p>
      </dgm:t>
    </dgm:pt>
    <dgm:pt modelId="{1DF4D9F9-4BE8-454A-8D99-57CFB09E6491}" type="sibTrans" cxnId="{CB600D43-5847-484B-82F8-223351B55382}">
      <dgm:prSet/>
      <dgm:spPr/>
      <dgm:t>
        <a:bodyPr/>
        <a:lstStyle/>
        <a:p>
          <a:endParaRPr kumimoji="1" lang="ja-JP" altLang="en-US"/>
        </a:p>
      </dgm:t>
    </dgm:pt>
    <dgm:pt modelId="{7468F386-A9EE-3945-A14F-2FD0E1754AC0}" type="pres">
      <dgm:prSet presAssocID="{74523820-5C40-7A45-80D9-ADCEAE8B4433}" presName="linear" presStyleCnt="0">
        <dgm:presLayoutVars>
          <dgm:dir/>
          <dgm:animLvl val="lvl"/>
          <dgm:resizeHandles val="exact"/>
        </dgm:presLayoutVars>
      </dgm:prSet>
      <dgm:spPr/>
    </dgm:pt>
    <dgm:pt modelId="{079AC418-60A6-9C49-BEDB-857AE8753922}" type="pres">
      <dgm:prSet presAssocID="{7AC52FA3-CBED-3943-A6E0-F1AF3428E189}" presName="parentLin" presStyleCnt="0"/>
      <dgm:spPr/>
    </dgm:pt>
    <dgm:pt modelId="{08AC38AA-9380-E948-9615-43E0817D3467}" type="pres">
      <dgm:prSet presAssocID="{7AC52FA3-CBED-3943-A6E0-F1AF3428E189}" presName="parentLeftMargin" presStyleLbl="node1" presStyleIdx="0" presStyleCnt="5"/>
      <dgm:spPr/>
    </dgm:pt>
    <dgm:pt modelId="{100FF1FF-1F54-0246-9B3C-F76D8DBE8697}" type="pres">
      <dgm:prSet presAssocID="{7AC52FA3-CBED-3943-A6E0-F1AF3428E18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E4BD597-04D7-9349-B495-3A8050863C3B}" type="pres">
      <dgm:prSet presAssocID="{7AC52FA3-CBED-3943-A6E0-F1AF3428E189}" presName="negativeSpace" presStyleCnt="0"/>
      <dgm:spPr/>
    </dgm:pt>
    <dgm:pt modelId="{98A68005-4651-DE42-B0A6-C0D77AD10F03}" type="pres">
      <dgm:prSet presAssocID="{7AC52FA3-CBED-3943-A6E0-F1AF3428E189}" presName="childText" presStyleLbl="conFgAcc1" presStyleIdx="0" presStyleCnt="5">
        <dgm:presLayoutVars>
          <dgm:bulletEnabled val="1"/>
        </dgm:presLayoutVars>
      </dgm:prSet>
      <dgm:spPr/>
    </dgm:pt>
    <dgm:pt modelId="{B46C3F3F-1523-F24C-A4C4-9B8CF9FAAE41}" type="pres">
      <dgm:prSet presAssocID="{3268E295-00F4-DB46-9601-C93577693070}" presName="spaceBetweenRectangles" presStyleCnt="0"/>
      <dgm:spPr/>
    </dgm:pt>
    <dgm:pt modelId="{4C5E5B55-DB6A-6B4A-BF5D-E390F80EC833}" type="pres">
      <dgm:prSet presAssocID="{0756FE0C-3A2C-894C-91F5-175784BF1CF9}" presName="parentLin" presStyleCnt="0"/>
      <dgm:spPr/>
    </dgm:pt>
    <dgm:pt modelId="{CAE394CE-762E-4441-A2EA-57117AD22E64}" type="pres">
      <dgm:prSet presAssocID="{0756FE0C-3A2C-894C-91F5-175784BF1CF9}" presName="parentLeftMargin" presStyleLbl="node1" presStyleIdx="0" presStyleCnt="5"/>
      <dgm:spPr/>
    </dgm:pt>
    <dgm:pt modelId="{3BDA376B-2879-3B4A-9C54-151F3857764D}" type="pres">
      <dgm:prSet presAssocID="{0756FE0C-3A2C-894C-91F5-175784BF1CF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01147D1-7C1A-5B4B-9D62-B08D1FBD0266}" type="pres">
      <dgm:prSet presAssocID="{0756FE0C-3A2C-894C-91F5-175784BF1CF9}" presName="negativeSpace" presStyleCnt="0"/>
      <dgm:spPr/>
    </dgm:pt>
    <dgm:pt modelId="{9F4C332E-9582-8A46-817D-46D51C409C19}" type="pres">
      <dgm:prSet presAssocID="{0756FE0C-3A2C-894C-91F5-175784BF1CF9}" presName="childText" presStyleLbl="conFgAcc1" presStyleIdx="1" presStyleCnt="5">
        <dgm:presLayoutVars>
          <dgm:bulletEnabled val="1"/>
        </dgm:presLayoutVars>
      </dgm:prSet>
      <dgm:spPr/>
    </dgm:pt>
    <dgm:pt modelId="{3E459054-6EE4-9A49-9B13-2687F20A1A44}" type="pres">
      <dgm:prSet presAssocID="{9A66FD8F-4BF7-1042-A22D-4586CDDABFFD}" presName="spaceBetweenRectangles" presStyleCnt="0"/>
      <dgm:spPr/>
    </dgm:pt>
    <dgm:pt modelId="{5D77CC1A-22E0-484B-99BA-7D920A1EC874}" type="pres">
      <dgm:prSet presAssocID="{2C101E59-52D0-074E-A070-05005CCA7CB1}" presName="parentLin" presStyleCnt="0"/>
      <dgm:spPr/>
    </dgm:pt>
    <dgm:pt modelId="{6D609946-6309-2D4D-B48B-5F5DC9F380E8}" type="pres">
      <dgm:prSet presAssocID="{2C101E59-52D0-074E-A070-05005CCA7CB1}" presName="parentLeftMargin" presStyleLbl="node1" presStyleIdx="1" presStyleCnt="5"/>
      <dgm:spPr/>
    </dgm:pt>
    <dgm:pt modelId="{57274B43-1D49-9D4C-B47B-222054ED5261}" type="pres">
      <dgm:prSet presAssocID="{2C101E59-52D0-074E-A070-05005CCA7CB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F331CC1-FD54-EE45-A66B-D021B22EB4AA}" type="pres">
      <dgm:prSet presAssocID="{2C101E59-52D0-074E-A070-05005CCA7CB1}" presName="negativeSpace" presStyleCnt="0"/>
      <dgm:spPr/>
    </dgm:pt>
    <dgm:pt modelId="{E7EAF829-B1CD-994F-BBD6-C2351B03FB2A}" type="pres">
      <dgm:prSet presAssocID="{2C101E59-52D0-074E-A070-05005CCA7CB1}" presName="childText" presStyleLbl="conFgAcc1" presStyleIdx="2" presStyleCnt="5">
        <dgm:presLayoutVars>
          <dgm:bulletEnabled val="1"/>
        </dgm:presLayoutVars>
      </dgm:prSet>
      <dgm:spPr/>
    </dgm:pt>
    <dgm:pt modelId="{CD1EADD6-44EB-5249-9C03-7E23B9A359E4}" type="pres">
      <dgm:prSet presAssocID="{7B0844DE-6E0E-BC49-AD1F-57A2B18537E4}" presName="spaceBetweenRectangles" presStyleCnt="0"/>
      <dgm:spPr/>
    </dgm:pt>
    <dgm:pt modelId="{57AF2E88-0329-1B47-835A-7903890078CB}" type="pres">
      <dgm:prSet presAssocID="{CB946028-BFCC-3947-A012-FA6FB08C694A}" presName="parentLin" presStyleCnt="0"/>
      <dgm:spPr/>
    </dgm:pt>
    <dgm:pt modelId="{CEBF8E42-21F8-6742-9FDE-C3EC88BABDE4}" type="pres">
      <dgm:prSet presAssocID="{CB946028-BFCC-3947-A012-FA6FB08C694A}" presName="parentLeftMargin" presStyleLbl="node1" presStyleIdx="2" presStyleCnt="5"/>
      <dgm:spPr/>
    </dgm:pt>
    <dgm:pt modelId="{7CC9F37B-3573-204C-A3A9-25E22E1CDFD8}" type="pres">
      <dgm:prSet presAssocID="{CB946028-BFCC-3947-A012-FA6FB08C694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AA60A4D-FEEE-4345-9293-474FC0A79565}" type="pres">
      <dgm:prSet presAssocID="{CB946028-BFCC-3947-A012-FA6FB08C694A}" presName="negativeSpace" presStyleCnt="0"/>
      <dgm:spPr/>
    </dgm:pt>
    <dgm:pt modelId="{F9F8A9CA-6B9F-8F4C-B191-13A0D795AEEB}" type="pres">
      <dgm:prSet presAssocID="{CB946028-BFCC-3947-A012-FA6FB08C694A}" presName="childText" presStyleLbl="conFgAcc1" presStyleIdx="3" presStyleCnt="5">
        <dgm:presLayoutVars>
          <dgm:bulletEnabled val="1"/>
        </dgm:presLayoutVars>
      </dgm:prSet>
      <dgm:spPr/>
    </dgm:pt>
    <dgm:pt modelId="{25C9DCAB-EA25-B84E-ABB8-2031E797616D}" type="pres">
      <dgm:prSet presAssocID="{79097D26-49B3-F547-8444-822121CDB605}" presName="spaceBetweenRectangles" presStyleCnt="0"/>
      <dgm:spPr/>
    </dgm:pt>
    <dgm:pt modelId="{6B125AF0-710A-3348-BE9E-CB7BEB8E08D9}" type="pres">
      <dgm:prSet presAssocID="{B64FF774-5827-6A4C-B727-1D5909C9E310}" presName="parentLin" presStyleCnt="0"/>
      <dgm:spPr/>
    </dgm:pt>
    <dgm:pt modelId="{B28763BC-7047-5841-8C9A-E3B8F88B50AD}" type="pres">
      <dgm:prSet presAssocID="{B64FF774-5827-6A4C-B727-1D5909C9E310}" presName="parentLeftMargin" presStyleLbl="node1" presStyleIdx="3" presStyleCnt="5"/>
      <dgm:spPr/>
    </dgm:pt>
    <dgm:pt modelId="{69C895A6-8E8E-FB42-B9E3-2D4F1E578995}" type="pres">
      <dgm:prSet presAssocID="{B64FF774-5827-6A4C-B727-1D5909C9E310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AB29062-D75E-3B4C-AF8D-559D08029C4E}" type="pres">
      <dgm:prSet presAssocID="{B64FF774-5827-6A4C-B727-1D5909C9E310}" presName="negativeSpace" presStyleCnt="0"/>
      <dgm:spPr/>
    </dgm:pt>
    <dgm:pt modelId="{7FF1DCE8-EFFA-D249-8D91-633D9367E98A}" type="pres">
      <dgm:prSet presAssocID="{B64FF774-5827-6A4C-B727-1D5909C9E31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79F6DE07-C73C-A245-A01E-BF7CF2361868}" srcId="{CB946028-BFCC-3947-A012-FA6FB08C694A}" destId="{786A961A-0EF1-7245-8FDF-91D4BE8FAAE2}" srcOrd="1" destOrd="0" parTransId="{D0072A42-E3C2-814B-985C-BDC05632D871}" sibTransId="{BA80AEC8-77B3-0241-9AD8-C91B47762C63}"/>
    <dgm:cxn modelId="{8B4A9909-C987-E146-AAF4-670BB4351DD6}" srcId="{74523820-5C40-7A45-80D9-ADCEAE8B4433}" destId="{CB946028-BFCC-3947-A012-FA6FB08C694A}" srcOrd="3" destOrd="0" parTransId="{97DBDEF4-D70F-B746-A1FB-098307E8D2BE}" sibTransId="{79097D26-49B3-F547-8444-822121CDB605}"/>
    <dgm:cxn modelId="{AE0AEE15-F2F6-9F4E-9A35-6020A41B46F0}" type="presOf" srcId="{A7E15143-CAE3-C543-B7A4-5B4B7D12957E}" destId="{F9F8A9CA-6B9F-8F4C-B191-13A0D795AEEB}" srcOrd="0" destOrd="0" presId="urn:microsoft.com/office/officeart/2005/8/layout/list1"/>
    <dgm:cxn modelId="{607D943D-B02C-2C4B-A7DC-0603F2C41348}" srcId="{B64FF774-5827-6A4C-B727-1D5909C9E310}" destId="{849F7FD3-8562-4646-AD06-981EDBFAB8AB}" srcOrd="1" destOrd="0" parTransId="{71887D34-04F3-A34B-BA24-B6409130566A}" sibTransId="{F34D2CA7-C86D-5F49-9AF3-2D19EA974AA6}"/>
    <dgm:cxn modelId="{CB600D43-5847-484B-82F8-223351B55382}" srcId="{B64FF774-5827-6A4C-B727-1D5909C9E310}" destId="{B57EF0DE-F1C3-204C-AD64-B20ADA102463}" srcOrd="0" destOrd="0" parTransId="{A80C4DDB-8F02-4444-88E5-AE6C5C41A237}" sibTransId="{1DF4D9F9-4BE8-454A-8D99-57CFB09E6491}"/>
    <dgm:cxn modelId="{97F96F57-FB5F-D349-B026-E68DC2283AAC}" type="presOf" srcId="{74523820-5C40-7A45-80D9-ADCEAE8B4433}" destId="{7468F386-A9EE-3945-A14F-2FD0E1754AC0}" srcOrd="0" destOrd="0" presId="urn:microsoft.com/office/officeart/2005/8/layout/list1"/>
    <dgm:cxn modelId="{EB9C0D5A-2F9E-E643-AC08-15E5F5689CFB}" type="presOf" srcId="{0756FE0C-3A2C-894C-91F5-175784BF1CF9}" destId="{CAE394CE-762E-4441-A2EA-57117AD22E64}" srcOrd="0" destOrd="0" presId="urn:microsoft.com/office/officeart/2005/8/layout/list1"/>
    <dgm:cxn modelId="{9B7DAC60-C044-1C4C-A45D-E6B76F93BCF3}" srcId="{7AC52FA3-CBED-3943-A6E0-F1AF3428E189}" destId="{6283DC4E-11B0-3541-882D-A0E04DE10269}" srcOrd="2" destOrd="0" parTransId="{3AE164E8-4B85-8841-98C9-8C3FC2867A30}" sibTransId="{FCB5C930-2D06-3D4E-966F-8A8C9F87DBD6}"/>
    <dgm:cxn modelId="{CEB20E6A-791E-F347-83AF-137CF5189478}" type="presOf" srcId="{0756FE0C-3A2C-894C-91F5-175784BF1CF9}" destId="{3BDA376B-2879-3B4A-9C54-151F3857764D}" srcOrd="1" destOrd="0" presId="urn:microsoft.com/office/officeart/2005/8/layout/list1"/>
    <dgm:cxn modelId="{22AD5F6A-7A70-D34E-A621-95608D450F7C}" type="presOf" srcId="{2C101E59-52D0-074E-A070-05005CCA7CB1}" destId="{6D609946-6309-2D4D-B48B-5F5DC9F380E8}" srcOrd="0" destOrd="0" presId="urn:microsoft.com/office/officeart/2005/8/layout/list1"/>
    <dgm:cxn modelId="{B0C24C6D-8140-0240-B518-BB722158B70C}" srcId="{7AC52FA3-CBED-3943-A6E0-F1AF3428E189}" destId="{C155137A-2F48-F040-A0D8-588D035F178F}" srcOrd="1" destOrd="0" parTransId="{59815F69-6869-CD4C-AB06-ACFA7FC394E5}" sibTransId="{B908F411-FD06-4C4A-A41F-02B14C59D82F}"/>
    <dgm:cxn modelId="{CE15D97E-01F5-2440-B041-8D83869E4573}" srcId="{0756FE0C-3A2C-894C-91F5-175784BF1CF9}" destId="{F11BEB45-22F3-3748-BB3B-8712796226CF}" srcOrd="0" destOrd="0" parTransId="{D15CC828-7831-F041-A024-861E9128CCDB}" sibTransId="{7E701E19-DD36-F64F-9F5B-974959C45DBA}"/>
    <dgm:cxn modelId="{C69B4F8C-FD1F-0142-83B7-16CF056D6D44}" srcId="{2C101E59-52D0-074E-A070-05005CCA7CB1}" destId="{BAF52653-1199-1F4A-8583-169E2CEB89F1}" srcOrd="0" destOrd="0" parTransId="{690B4DED-8DD1-2448-8352-0D25FB65705A}" sibTransId="{7C4D0597-D20D-9B43-ABEB-022E7AC99855}"/>
    <dgm:cxn modelId="{72090990-8380-3242-A2E8-D28043483FAB}" srcId="{74523820-5C40-7A45-80D9-ADCEAE8B4433}" destId="{0756FE0C-3A2C-894C-91F5-175784BF1CF9}" srcOrd="1" destOrd="0" parTransId="{782C9379-DD89-1C44-A755-955467083188}" sibTransId="{9A66FD8F-4BF7-1042-A22D-4586CDDABFFD}"/>
    <dgm:cxn modelId="{E2B74A96-E517-FE4E-9FF8-F994C9D4997E}" type="presOf" srcId="{CB946028-BFCC-3947-A012-FA6FB08C694A}" destId="{7CC9F37B-3573-204C-A3A9-25E22E1CDFD8}" srcOrd="1" destOrd="0" presId="urn:microsoft.com/office/officeart/2005/8/layout/list1"/>
    <dgm:cxn modelId="{11256B99-95FB-F840-AAE8-FB2EF8BAD90A}" type="presOf" srcId="{6283DC4E-11B0-3541-882D-A0E04DE10269}" destId="{98A68005-4651-DE42-B0A6-C0D77AD10F03}" srcOrd="0" destOrd="2" presId="urn:microsoft.com/office/officeart/2005/8/layout/list1"/>
    <dgm:cxn modelId="{BBAB0B9B-8628-0646-9D7A-093715F583BC}" type="presOf" srcId="{C155137A-2F48-F040-A0D8-588D035F178F}" destId="{98A68005-4651-DE42-B0A6-C0D77AD10F03}" srcOrd="0" destOrd="1" presId="urn:microsoft.com/office/officeart/2005/8/layout/list1"/>
    <dgm:cxn modelId="{2A25F19E-1BDD-284D-A44A-54802A13CC0C}" type="presOf" srcId="{786A961A-0EF1-7245-8FDF-91D4BE8FAAE2}" destId="{F9F8A9CA-6B9F-8F4C-B191-13A0D795AEEB}" srcOrd="0" destOrd="1" presId="urn:microsoft.com/office/officeart/2005/8/layout/list1"/>
    <dgm:cxn modelId="{DEE8D4A2-6917-4149-91BA-A20813588A4B}" type="presOf" srcId="{849F7FD3-8562-4646-AD06-981EDBFAB8AB}" destId="{7FF1DCE8-EFFA-D249-8D91-633D9367E98A}" srcOrd="0" destOrd="1" presId="urn:microsoft.com/office/officeart/2005/8/layout/list1"/>
    <dgm:cxn modelId="{EBF8E2AA-C80C-7240-ADF2-9F75539383E0}" type="presOf" srcId="{5ECD486E-DA14-CA48-9EFC-6BE12BD5F0A0}" destId="{98A68005-4651-DE42-B0A6-C0D77AD10F03}" srcOrd="0" destOrd="0" presId="urn:microsoft.com/office/officeart/2005/8/layout/list1"/>
    <dgm:cxn modelId="{6D42F8AC-C9D1-BA4A-B1D9-923C21B87D9A}" type="presOf" srcId="{B64FF774-5827-6A4C-B727-1D5909C9E310}" destId="{B28763BC-7047-5841-8C9A-E3B8F88B50AD}" srcOrd="0" destOrd="0" presId="urn:microsoft.com/office/officeart/2005/8/layout/list1"/>
    <dgm:cxn modelId="{1815B9AF-A97B-EA4A-BBC3-4A12122F9ACE}" srcId="{74523820-5C40-7A45-80D9-ADCEAE8B4433}" destId="{7AC52FA3-CBED-3943-A6E0-F1AF3428E189}" srcOrd="0" destOrd="0" parTransId="{EF55652D-75C2-D648-8FC7-C36F147DF81A}" sibTransId="{3268E295-00F4-DB46-9601-C93577693070}"/>
    <dgm:cxn modelId="{76DDE2BD-7C9B-4D4C-A8F2-33E04CA735E6}" type="presOf" srcId="{B64FF774-5827-6A4C-B727-1D5909C9E310}" destId="{69C895A6-8E8E-FB42-B9E3-2D4F1E578995}" srcOrd="1" destOrd="0" presId="urn:microsoft.com/office/officeart/2005/8/layout/list1"/>
    <dgm:cxn modelId="{0CC8C5C1-DF32-F047-A597-C32742690419}" type="presOf" srcId="{CB946028-BFCC-3947-A012-FA6FB08C694A}" destId="{CEBF8E42-21F8-6742-9FDE-C3EC88BABDE4}" srcOrd="0" destOrd="0" presId="urn:microsoft.com/office/officeart/2005/8/layout/list1"/>
    <dgm:cxn modelId="{F6C3CEC6-C92C-F74D-8D5D-873470A984B8}" type="presOf" srcId="{F11BEB45-22F3-3748-BB3B-8712796226CF}" destId="{9F4C332E-9582-8A46-817D-46D51C409C19}" srcOrd="0" destOrd="0" presId="urn:microsoft.com/office/officeart/2005/8/layout/list1"/>
    <dgm:cxn modelId="{1C1E46D6-07EA-104C-AEA6-277876AF1024}" type="presOf" srcId="{BAF52653-1199-1F4A-8583-169E2CEB89F1}" destId="{E7EAF829-B1CD-994F-BBD6-C2351B03FB2A}" srcOrd="0" destOrd="0" presId="urn:microsoft.com/office/officeart/2005/8/layout/list1"/>
    <dgm:cxn modelId="{0448DEDE-CC03-7E45-8F8D-5669D2DF8C44}" srcId="{7AC52FA3-CBED-3943-A6E0-F1AF3428E189}" destId="{5ECD486E-DA14-CA48-9EFC-6BE12BD5F0A0}" srcOrd="0" destOrd="0" parTransId="{48C69A73-EB81-C74D-B534-3A519F015302}" sibTransId="{1DD95285-9535-C44D-BFBD-61D2BBBAAA76}"/>
    <dgm:cxn modelId="{5DB177E4-E16A-8C4A-95A6-234F50B02A95}" type="presOf" srcId="{7AC52FA3-CBED-3943-A6E0-F1AF3428E189}" destId="{100FF1FF-1F54-0246-9B3C-F76D8DBE8697}" srcOrd="1" destOrd="0" presId="urn:microsoft.com/office/officeart/2005/8/layout/list1"/>
    <dgm:cxn modelId="{57EA14E9-6413-AF45-AEF2-C1651FF32752}" type="presOf" srcId="{B57EF0DE-F1C3-204C-AD64-B20ADA102463}" destId="{7FF1DCE8-EFFA-D249-8D91-633D9367E98A}" srcOrd="0" destOrd="0" presId="urn:microsoft.com/office/officeart/2005/8/layout/list1"/>
    <dgm:cxn modelId="{B2A9E2EC-0A16-3446-94C7-9EE900324E40}" type="presOf" srcId="{7AC52FA3-CBED-3943-A6E0-F1AF3428E189}" destId="{08AC38AA-9380-E948-9615-43E0817D3467}" srcOrd="0" destOrd="0" presId="urn:microsoft.com/office/officeart/2005/8/layout/list1"/>
    <dgm:cxn modelId="{95EEEFF4-6A07-8548-9206-4279F10E1094}" srcId="{74523820-5C40-7A45-80D9-ADCEAE8B4433}" destId="{2C101E59-52D0-074E-A070-05005CCA7CB1}" srcOrd="2" destOrd="0" parTransId="{D0EBC4CC-D273-4F47-9012-8699C7A4ED81}" sibTransId="{7B0844DE-6E0E-BC49-AD1F-57A2B18537E4}"/>
    <dgm:cxn modelId="{288396F6-D653-ED4B-9386-86BBE495F5EC}" type="presOf" srcId="{2C101E59-52D0-074E-A070-05005CCA7CB1}" destId="{57274B43-1D49-9D4C-B47B-222054ED5261}" srcOrd="1" destOrd="0" presId="urn:microsoft.com/office/officeart/2005/8/layout/list1"/>
    <dgm:cxn modelId="{9031DBFA-95DF-984F-8743-2318022412E5}" srcId="{74523820-5C40-7A45-80D9-ADCEAE8B4433}" destId="{B64FF774-5827-6A4C-B727-1D5909C9E310}" srcOrd="4" destOrd="0" parTransId="{8A885D7F-681D-5940-B4AD-13528E2EFDB3}" sibTransId="{1B699CCE-3E31-1B49-9DAF-22A96EF07C71}"/>
    <dgm:cxn modelId="{87E5C6FB-7F8C-A84B-9649-22E14A98A48B}" srcId="{CB946028-BFCC-3947-A012-FA6FB08C694A}" destId="{A7E15143-CAE3-C543-B7A4-5B4B7D12957E}" srcOrd="0" destOrd="0" parTransId="{7593A0CB-1F39-A745-9BD6-9D60FFE4F166}" sibTransId="{1BE36EED-B9F5-434B-A56F-4E8D35628187}"/>
    <dgm:cxn modelId="{3E13A2D2-D40A-B04A-828E-95CD3548967C}" type="presParOf" srcId="{7468F386-A9EE-3945-A14F-2FD0E1754AC0}" destId="{079AC418-60A6-9C49-BEDB-857AE8753922}" srcOrd="0" destOrd="0" presId="urn:microsoft.com/office/officeart/2005/8/layout/list1"/>
    <dgm:cxn modelId="{720542FE-CB51-5543-A3FE-D0C6E529DFBB}" type="presParOf" srcId="{079AC418-60A6-9C49-BEDB-857AE8753922}" destId="{08AC38AA-9380-E948-9615-43E0817D3467}" srcOrd="0" destOrd="0" presId="urn:microsoft.com/office/officeart/2005/8/layout/list1"/>
    <dgm:cxn modelId="{5607837B-A0B1-FA4C-9675-2B8B49FB3836}" type="presParOf" srcId="{079AC418-60A6-9C49-BEDB-857AE8753922}" destId="{100FF1FF-1F54-0246-9B3C-F76D8DBE8697}" srcOrd="1" destOrd="0" presId="urn:microsoft.com/office/officeart/2005/8/layout/list1"/>
    <dgm:cxn modelId="{71F85113-FA86-1541-8A37-9EEE9586BA3D}" type="presParOf" srcId="{7468F386-A9EE-3945-A14F-2FD0E1754AC0}" destId="{CE4BD597-04D7-9349-B495-3A8050863C3B}" srcOrd="1" destOrd="0" presId="urn:microsoft.com/office/officeart/2005/8/layout/list1"/>
    <dgm:cxn modelId="{16F1337E-7BA4-7B49-BA8D-360A1BCDA3DF}" type="presParOf" srcId="{7468F386-A9EE-3945-A14F-2FD0E1754AC0}" destId="{98A68005-4651-DE42-B0A6-C0D77AD10F03}" srcOrd="2" destOrd="0" presId="urn:microsoft.com/office/officeart/2005/8/layout/list1"/>
    <dgm:cxn modelId="{05AC5774-68CD-C54D-92F3-6CA2B41CD0DA}" type="presParOf" srcId="{7468F386-A9EE-3945-A14F-2FD0E1754AC0}" destId="{B46C3F3F-1523-F24C-A4C4-9B8CF9FAAE41}" srcOrd="3" destOrd="0" presId="urn:microsoft.com/office/officeart/2005/8/layout/list1"/>
    <dgm:cxn modelId="{48DF6CE8-2AEE-3641-89A8-0E4705CE03EA}" type="presParOf" srcId="{7468F386-A9EE-3945-A14F-2FD0E1754AC0}" destId="{4C5E5B55-DB6A-6B4A-BF5D-E390F80EC833}" srcOrd="4" destOrd="0" presId="urn:microsoft.com/office/officeart/2005/8/layout/list1"/>
    <dgm:cxn modelId="{11C1B13F-34C7-2C4E-8DB0-2861D01E57C1}" type="presParOf" srcId="{4C5E5B55-DB6A-6B4A-BF5D-E390F80EC833}" destId="{CAE394CE-762E-4441-A2EA-57117AD22E64}" srcOrd="0" destOrd="0" presId="urn:microsoft.com/office/officeart/2005/8/layout/list1"/>
    <dgm:cxn modelId="{FA54E507-5D14-8B46-BAA1-17C11C580272}" type="presParOf" srcId="{4C5E5B55-DB6A-6B4A-BF5D-E390F80EC833}" destId="{3BDA376B-2879-3B4A-9C54-151F3857764D}" srcOrd="1" destOrd="0" presId="urn:microsoft.com/office/officeart/2005/8/layout/list1"/>
    <dgm:cxn modelId="{530E670E-A4B4-5147-8A6C-EDF74C9BD112}" type="presParOf" srcId="{7468F386-A9EE-3945-A14F-2FD0E1754AC0}" destId="{201147D1-7C1A-5B4B-9D62-B08D1FBD0266}" srcOrd="5" destOrd="0" presId="urn:microsoft.com/office/officeart/2005/8/layout/list1"/>
    <dgm:cxn modelId="{5CAE074A-5AC5-8240-837F-16E02169FE79}" type="presParOf" srcId="{7468F386-A9EE-3945-A14F-2FD0E1754AC0}" destId="{9F4C332E-9582-8A46-817D-46D51C409C19}" srcOrd="6" destOrd="0" presId="urn:microsoft.com/office/officeart/2005/8/layout/list1"/>
    <dgm:cxn modelId="{C7A2AE10-66FB-6844-A734-D131A4511C52}" type="presParOf" srcId="{7468F386-A9EE-3945-A14F-2FD0E1754AC0}" destId="{3E459054-6EE4-9A49-9B13-2687F20A1A44}" srcOrd="7" destOrd="0" presId="urn:microsoft.com/office/officeart/2005/8/layout/list1"/>
    <dgm:cxn modelId="{796A4ED6-D706-6C41-B86F-19D47E524FB5}" type="presParOf" srcId="{7468F386-A9EE-3945-A14F-2FD0E1754AC0}" destId="{5D77CC1A-22E0-484B-99BA-7D920A1EC874}" srcOrd="8" destOrd="0" presId="urn:microsoft.com/office/officeart/2005/8/layout/list1"/>
    <dgm:cxn modelId="{DD6506E2-E500-D04E-A185-CBF50280BE74}" type="presParOf" srcId="{5D77CC1A-22E0-484B-99BA-7D920A1EC874}" destId="{6D609946-6309-2D4D-B48B-5F5DC9F380E8}" srcOrd="0" destOrd="0" presId="urn:microsoft.com/office/officeart/2005/8/layout/list1"/>
    <dgm:cxn modelId="{F58B8E84-EE50-384D-A9AF-E11C4E1F3358}" type="presParOf" srcId="{5D77CC1A-22E0-484B-99BA-7D920A1EC874}" destId="{57274B43-1D49-9D4C-B47B-222054ED5261}" srcOrd="1" destOrd="0" presId="urn:microsoft.com/office/officeart/2005/8/layout/list1"/>
    <dgm:cxn modelId="{418BBF4B-D87F-A74E-B6F6-E5F98C474979}" type="presParOf" srcId="{7468F386-A9EE-3945-A14F-2FD0E1754AC0}" destId="{8F331CC1-FD54-EE45-A66B-D021B22EB4AA}" srcOrd="9" destOrd="0" presId="urn:microsoft.com/office/officeart/2005/8/layout/list1"/>
    <dgm:cxn modelId="{1A696157-99BD-094A-992E-388DDA03BE47}" type="presParOf" srcId="{7468F386-A9EE-3945-A14F-2FD0E1754AC0}" destId="{E7EAF829-B1CD-994F-BBD6-C2351B03FB2A}" srcOrd="10" destOrd="0" presId="urn:microsoft.com/office/officeart/2005/8/layout/list1"/>
    <dgm:cxn modelId="{CF8C3876-21A6-B240-9386-8C73BB7CAB01}" type="presParOf" srcId="{7468F386-A9EE-3945-A14F-2FD0E1754AC0}" destId="{CD1EADD6-44EB-5249-9C03-7E23B9A359E4}" srcOrd="11" destOrd="0" presId="urn:microsoft.com/office/officeart/2005/8/layout/list1"/>
    <dgm:cxn modelId="{B6C211E8-9839-0B4C-ABAD-82B078622D38}" type="presParOf" srcId="{7468F386-A9EE-3945-A14F-2FD0E1754AC0}" destId="{57AF2E88-0329-1B47-835A-7903890078CB}" srcOrd="12" destOrd="0" presId="urn:microsoft.com/office/officeart/2005/8/layout/list1"/>
    <dgm:cxn modelId="{B1D6ADFB-F359-2E4A-B678-2A07C8B798A3}" type="presParOf" srcId="{57AF2E88-0329-1B47-835A-7903890078CB}" destId="{CEBF8E42-21F8-6742-9FDE-C3EC88BABDE4}" srcOrd="0" destOrd="0" presId="urn:microsoft.com/office/officeart/2005/8/layout/list1"/>
    <dgm:cxn modelId="{F15F1608-B874-584E-AD26-724160B1D765}" type="presParOf" srcId="{57AF2E88-0329-1B47-835A-7903890078CB}" destId="{7CC9F37B-3573-204C-A3A9-25E22E1CDFD8}" srcOrd="1" destOrd="0" presId="urn:microsoft.com/office/officeart/2005/8/layout/list1"/>
    <dgm:cxn modelId="{A90DF568-2681-5549-BDEE-6E51E293E4D8}" type="presParOf" srcId="{7468F386-A9EE-3945-A14F-2FD0E1754AC0}" destId="{0AA60A4D-FEEE-4345-9293-474FC0A79565}" srcOrd="13" destOrd="0" presId="urn:microsoft.com/office/officeart/2005/8/layout/list1"/>
    <dgm:cxn modelId="{05B834BF-A387-FD4E-8510-40F684996253}" type="presParOf" srcId="{7468F386-A9EE-3945-A14F-2FD0E1754AC0}" destId="{F9F8A9CA-6B9F-8F4C-B191-13A0D795AEEB}" srcOrd="14" destOrd="0" presId="urn:microsoft.com/office/officeart/2005/8/layout/list1"/>
    <dgm:cxn modelId="{863DBCC5-1D69-484B-AB5C-F81C287F24FD}" type="presParOf" srcId="{7468F386-A9EE-3945-A14F-2FD0E1754AC0}" destId="{25C9DCAB-EA25-B84E-ABB8-2031E797616D}" srcOrd="15" destOrd="0" presId="urn:microsoft.com/office/officeart/2005/8/layout/list1"/>
    <dgm:cxn modelId="{0DDFAB40-6089-6E44-8958-67E988631235}" type="presParOf" srcId="{7468F386-A9EE-3945-A14F-2FD0E1754AC0}" destId="{6B125AF0-710A-3348-BE9E-CB7BEB8E08D9}" srcOrd="16" destOrd="0" presId="urn:microsoft.com/office/officeart/2005/8/layout/list1"/>
    <dgm:cxn modelId="{60F98C36-E8A3-CB48-832B-78F37E77E9D5}" type="presParOf" srcId="{6B125AF0-710A-3348-BE9E-CB7BEB8E08D9}" destId="{B28763BC-7047-5841-8C9A-E3B8F88B50AD}" srcOrd="0" destOrd="0" presId="urn:microsoft.com/office/officeart/2005/8/layout/list1"/>
    <dgm:cxn modelId="{BF71A681-F51B-4D49-A821-A5EB2FFFFEDF}" type="presParOf" srcId="{6B125AF0-710A-3348-BE9E-CB7BEB8E08D9}" destId="{69C895A6-8E8E-FB42-B9E3-2D4F1E578995}" srcOrd="1" destOrd="0" presId="urn:microsoft.com/office/officeart/2005/8/layout/list1"/>
    <dgm:cxn modelId="{6D72BF56-6227-8F4D-8550-792507C1D380}" type="presParOf" srcId="{7468F386-A9EE-3945-A14F-2FD0E1754AC0}" destId="{6AB29062-D75E-3B4C-AF8D-559D08029C4E}" srcOrd="17" destOrd="0" presId="urn:microsoft.com/office/officeart/2005/8/layout/list1"/>
    <dgm:cxn modelId="{05AA8C53-420B-0C42-92E9-B2B56D156F3D}" type="presParOf" srcId="{7468F386-A9EE-3945-A14F-2FD0E1754AC0}" destId="{7FF1DCE8-EFFA-D249-8D91-633D9367E98A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25D2CA-5FE5-0F4D-8EF9-FA4694FB70A0}" type="doc">
      <dgm:prSet loTypeId="urn:microsoft.com/office/officeart/2005/8/layout/hierarchy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17201AA3-45F4-7547-9BE6-471D5534036A}">
      <dgm:prSet phldrT="[テキスト]"/>
      <dgm:spPr/>
      <dgm:t>
        <a:bodyPr/>
        <a:lstStyle/>
        <a:p>
          <a:r>
            <a:rPr kumimoji="1" lang="en-US" altLang="ja-JP" dirty="0" err="1"/>
            <a:t>ShimaNev.db</a:t>
          </a:r>
          <a:br>
            <a:rPr kumimoji="1" lang="en-US" altLang="ja-JP" dirty="0"/>
          </a:br>
          <a:r>
            <a:rPr kumimoji="1" lang="en-US" altLang="ja-JP" dirty="0"/>
            <a:t>(SQLite)</a:t>
          </a:r>
          <a:endParaRPr kumimoji="1" lang="ja-JP" altLang="en-US"/>
        </a:p>
      </dgm:t>
    </dgm:pt>
    <dgm:pt modelId="{762823C5-C989-6641-9386-204D8974FB07}" type="parTrans" cxnId="{A90548B1-7715-C14D-A350-349E193E740F}">
      <dgm:prSet/>
      <dgm:spPr/>
      <dgm:t>
        <a:bodyPr/>
        <a:lstStyle/>
        <a:p>
          <a:endParaRPr kumimoji="1" lang="ja-JP" altLang="en-US"/>
        </a:p>
      </dgm:t>
    </dgm:pt>
    <dgm:pt modelId="{21091B89-322A-4448-9650-4C57BCAB9616}" type="sibTrans" cxnId="{A90548B1-7715-C14D-A350-349E193E740F}">
      <dgm:prSet/>
      <dgm:spPr/>
      <dgm:t>
        <a:bodyPr/>
        <a:lstStyle/>
        <a:p>
          <a:endParaRPr kumimoji="1" lang="ja-JP" altLang="en-US"/>
        </a:p>
      </dgm:t>
    </dgm:pt>
    <dgm:pt modelId="{65D891B1-2CB0-0C41-9A5F-DF39BD1A1C18}">
      <dgm:prSet phldrT="[テキスト]"/>
      <dgm:spPr/>
      <dgm:t>
        <a:bodyPr/>
        <a:lstStyle/>
        <a:p>
          <a:r>
            <a:rPr kumimoji="1" lang="en-US" altLang="ja-JP" dirty="0"/>
            <a:t>Books</a:t>
          </a:r>
          <a:endParaRPr kumimoji="1" lang="ja-JP" altLang="en-US"/>
        </a:p>
      </dgm:t>
    </dgm:pt>
    <dgm:pt modelId="{8AE9D44F-D5F3-9541-A8D4-6599D808F7D5}" type="parTrans" cxnId="{EB36290B-6527-D94A-AD90-D995109C51DB}">
      <dgm:prSet/>
      <dgm:spPr/>
      <dgm:t>
        <a:bodyPr/>
        <a:lstStyle/>
        <a:p>
          <a:endParaRPr kumimoji="1" lang="ja-JP" altLang="en-US"/>
        </a:p>
      </dgm:t>
    </dgm:pt>
    <dgm:pt modelId="{E43FA01E-F391-7244-A7BC-6C3342E49538}" type="sibTrans" cxnId="{EB36290B-6527-D94A-AD90-D995109C51DB}">
      <dgm:prSet/>
      <dgm:spPr/>
      <dgm:t>
        <a:bodyPr/>
        <a:lstStyle/>
        <a:p>
          <a:endParaRPr kumimoji="1" lang="ja-JP" altLang="en-US"/>
        </a:p>
      </dgm:t>
    </dgm:pt>
    <dgm:pt modelId="{4F4E4922-F4C0-1A42-9009-D976E157AB8C}">
      <dgm:prSet phldrT="[テキスト]"/>
      <dgm:spPr/>
      <dgm:t>
        <a:bodyPr/>
        <a:lstStyle/>
        <a:p>
          <a:r>
            <a:rPr kumimoji="1" lang="en-US" altLang="ja-JP" dirty="0"/>
            <a:t>...</a:t>
          </a:r>
          <a:endParaRPr kumimoji="1" lang="ja-JP" altLang="en-US"/>
        </a:p>
      </dgm:t>
    </dgm:pt>
    <dgm:pt modelId="{9195F09A-43EB-1A4F-8F01-145BBF160910}" type="parTrans" cxnId="{8E9A6894-567C-9741-BBE6-272CA7EA1161}">
      <dgm:prSet/>
      <dgm:spPr/>
      <dgm:t>
        <a:bodyPr/>
        <a:lstStyle/>
        <a:p>
          <a:endParaRPr kumimoji="1" lang="ja-JP" altLang="en-US"/>
        </a:p>
      </dgm:t>
    </dgm:pt>
    <dgm:pt modelId="{23B3C296-6A12-B149-998E-B3769E3E3377}" type="sibTrans" cxnId="{8E9A6894-567C-9741-BBE6-272CA7EA1161}">
      <dgm:prSet/>
      <dgm:spPr/>
      <dgm:t>
        <a:bodyPr/>
        <a:lstStyle/>
        <a:p>
          <a:endParaRPr kumimoji="1" lang="ja-JP" altLang="en-US"/>
        </a:p>
      </dgm:t>
    </dgm:pt>
    <dgm:pt modelId="{09598895-02A4-934D-807E-1F92FB546278}">
      <dgm:prSet phldrT="[テキスト]"/>
      <dgm:spPr/>
      <dgm:t>
        <a:bodyPr/>
        <a:lstStyle/>
        <a:p>
          <a:r>
            <a:rPr kumimoji="1" lang="en-US" altLang="ja-JP" dirty="0"/>
            <a:t>Book_Groups</a:t>
          </a:r>
          <a:endParaRPr kumimoji="1" lang="ja-JP" altLang="en-US"/>
        </a:p>
      </dgm:t>
    </dgm:pt>
    <dgm:pt modelId="{D5E413E6-10D7-FE4B-887F-6B64738C2603}" type="parTrans" cxnId="{1006E58C-3804-9E41-AD79-98F656936184}">
      <dgm:prSet/>
      <dgm:spPr/>
      <dgm:t>
        <a:bodyPr/>
        <a:lstStyle/>
        <a:p>
          <a:endParaRPr kumimoji="1" lang="ja-JP" altLang="en-US"/>
        </a:p>
      </dgm:t>
    </dgm:pt>
    <dgm:pt modelId="{C2E7F5B5-D5B3-4849-A42E-3FE72FD9C462}" type="sibTrans" cxnId="{1006E58C-3804-9E41-AD79-98F656936184}">
      <dgm:prSet/>
      <dgm:spPr/>
      <dgm:t>
        <a:bodyPr/>
        <a:lstStyle/>
        <a:p>
          <a:endParaRPr kumimoji="1" lang="ja-JP" altLang="en-US"/>
        </a:p>
      </dgm:t>
    </dgm:pt>
    <dgm:pt modelId="{9182842F-CA3F-4949-B800-421E520329B4}">
      <dgm:prSet phldrT="[テキスト]"/>
      <dgm:spPr/>
      <dgm:t>
        <a:bodyPr/>
        <a:lstStyle/>
        <a:p>
          <a:r>
            <a:rPr kumimoji="1" lang="en-US" altLang="ja-JP" dirty="0"/>
            <a:t>DB</a:t>
          </a:r>
          <a:endParaRPr kumimoji="1" lang="ja-JP" altLang="en-US"/>
        </a:p>
      </dgm:t>
    </dgm:pt>
    <dgm:pt modelId="{A64CA1B1-203E-0A47-9D85-7FAF1E2DB0C9}" type="parTrans" cxnId="{CA864361-0D81-2D46-84E3-018ED114EE82}">
      <dgm:prSet/>
      <dgm:spPr/>
      <dgm:t>
        <a:bodyPr/>
        <a:lstStyle/>
        <a:p>
          <a:endParaRPr kumimoji="1" lang="ja-JP" altLang="en-US"/>
        </a:p>
      </dgm:t>
    </dgm:pt>
    <dgm:pt modelId="{F86EC0CE-8ABC-9C4F-9EB5-875139ECEBA8}" type="sibTrans" cxnId="{CA864361-0D81-2D46-84E3-018ED114EE82}">
      <dgm:prSet/>
      <dgm:spPr/>
      <dgm:t>
        <a:bodyPr/>
        <a:lstStyle/>
        <a:p>
          <a:endParaRPr kumimoji="1" lang="ja-JP" altLang="en-US"/>
        </a:p>
      </dgm:t>
    </dgm:pt>
    <dgm:pt modelId="{CB3F407B-5990-FD42-82F6-D3E95D869E64}">
      <dgm:prSet phldrT="[テキスト]"/>
      <dgm:spPr/>
      <dgm:t>
        <a:bodyPr/>
        <a:lstStyle/>
        <a:p>
          <a:r>
            <a:rPr kumimoji="1" lang="en-US" altLang="ja-JP" dirty="0"/>
            <a:t>Table</a:t>
          </a:r>
          <a:endParaRPr kumimoji="1" lang="ja-JP" altLang="en-US"/>
        </a:p>
      </dgm:t>
    </dgm:pt>
    <dgm:pt modelId="{5C9D0061-B35C-9644-826A-95ECD2839658}" type="parTrans" cxnId="{ACAC64F4-B8AE-D640-87DA-BAE89F78129C}">
      <dgm:prSet/>
      <dgm:spPr/>
      <dgm:t>
        <a:bodyPr/>
        <a:lstStyle/>
        <a:p>
          <a:endParaRPr kumimoji="1" lang="ja-JP" altLang="en-US"/>
        </a:p>
      </dgm:t>
    </dgm:pt>
    <dgm:pt modelId="{92A924D5-8C6D-A045-87E7-B33518709D23}" type="sibTrans" cxnId="{ACAC64F4-B8AE-D640-87DA-BAE89F78129C}">
      <dgm:prSet/>
      <dgm:spPr/>
      <dgm:t>
        <a:bodyPr/>
        <a:lstStyle/>
        <a:p>
          <a:endParaRPr kumimoji="1" lang="ja-JP" altLang="en-US"/>
        </a:p>
      </dgm:t>
    </dgm:pt>
    <dgm:pt modelId="{098F57DD-A896-8A41-AB4F-B137AB4D5382}">
      <dgm:prSet phldrT="[テキスト]"/>
      <dgm:spPr/>
      <dgm:t>
        <a:bodyPr/>
        <a:lstStyle/>
        <a:p>
          <a:r>
            <a:rPr kumimoji="1" lang="en-US" altLang="ja-JP" dirty="0"/>
            <a:t>Column</a:t>
          </a:r>
          <a:endParaRPr kumimoji="1" lang="ja-JP" altLang="en-US"/>
        </a:p>
      </dgm:t>
    </dgm:pt>
    <dgm:pt modelId="{03EC8D7C-ED21-C647-8512-6D905B1F4400}" type="parTrans" cxnId="{3FD1B5A4-7F0B-464F-B3AD-52ADC3D45FA4}">
      <dgm:prSet/>
      <dgm:spPr/>
      <dgm:t>
        <a:bodyPr/>
        <a:lstStyle/>
        <a:p>
          <a:endParaRPr kumimoji="1" lang="ja-JP" altLang="en-US"/>
        </a:p>
      </dgm:t>
    </dgm:pt>
    <dgm:pt modelId="{BC23C52B-3524-484E-A081-98539EED5B07}" type="sibTrans" cxnId="{3FD1B5A4-7F0B-464F-B3AD-52ADC3D45FA4}">
      <dgm:prSet/>
      <dgm:spPr/>
      <dgm:t>
        <a:bodyPr/>
        <a:lstStyle/>
        <a:p>
          <a:endParaRPr kumimoji="1" lang="ja-JP" altLang="en-US"/>
        </a:p>
      </dgm:t>
    </dgm:pt>
    <dgm:pt modelId="{5459EF3E-3374-5A4C-B110-16394140C65A}">
      <dgm:prSet phldrT="[テキスト]"/>
      <dgm:spPr/>
      <dgm:t>
        <a:bodyPr/>
        <a:lstStyle/>
        <a:p>
          <a:r>
            <a:rPr kumimoji="1" lang="en-US" altLang="ja-JP" dirty="0"/>
            <a:t>Records</a:t>
          </a:r>
          <a:endParaRPr kumimoji="1" lang="ja-JP" altLang="en-US"/>
        </a:p>
      </dgm:t>
    </dgm:pt>
    <dgm:pt modelId="{7ACA0176-EA0D-A643-A785-56EFB26D5355}" type="parTrans" cxnId="{16FE6FE5-899D-8340-B8F8-DB30792DFE8F}">
      <dgm:prSet/>
      <dgm:spPr/>
      <dgm:t>
        <a:bodyPr/>
        <a:lstStyle/>
        <a:p>
          <a:endParaRPr kumimoji="1" lang="ja-JP" altLang="en-US"/>
        </a:p>
      </dgm:t>
    </dgm:pt>
    <dgm:pt modelId="{FFEBEB39-AFDB-2841-A2DE-1219AB54D75D}" type="sibTrans" cxnId="{16FE6FE5-899D-8340-B8F8-DB30792DFE8F}">
      <dgm:prSet/>
      <dgm:spPr/>
      <dgm:t>
        <a:bodyPr/>
        <a:lstStyle/>
        <a:p>
          <a:endParaRPr kumimoji="1" lang="ja-JP" altLang="en-US"/>
        </a:p>
      </dgm:t>
    </dgm:pt>
    <dgm:pt modelId="{A42A55BF-3646-124D-B70F-205142FD8C07}">
      <dgm:prSet phldrT="[テキスト]"/>
      <dgm:spPr/>
      <dgm:t>
        <a:bodyPr/>
        <a:lstStyle/>
        <a:p>
          <a:r>
            <a:rPr kumimoji="1" lang="en-US" altLang="ja-JP" dirty="0"/>
            <a:t>Issuers</a:t>
          </a:r>
          <a:endParaRPr kumimoji="1" lang="ja-JP" altLang="en-US"/>
        </a:p>
      </dgm:t>
    </dgm:pt>
    <dgm:pt modelId="{2BFA0A54-5795-014D-9F44-F1D884921236}" type="parTrans" cxnId="{22259228-FE03-3C4F-AE64-B331284ADFAA}">
      <dgm:prSet/>
      <dgm:spPr/>
      <dgm:t>
        <a:bodyPr/>
        <a:lstStyle/>
        <a:p>
          <a:endParaRPr kumimoji="1" lang="ja-JP" altLang="en-US"/>
        </a:p>
      </dgm:t>
    </dgm:pt>
    <dgm:pt modelId="{6CBC27E2-AAA9-EA45-81D0-36E91BFB3B8F}" type="sibTrans" cxnId="{22259228-FE03-3C4F-AE64-B331284ADFAA}">
      <dgm:prSet/>
      <dgm:spPr/>
      <dgm:t>
        <a:bodyPr/>
        <a:lstStyle/>
        <a:p>
          <a:endParaRPr kumimoji="1" lang="ja-JP" altLang="en-US"/>
        </a:p>
      </dgm:t>
    </dgm:pt>
    <dgm:pt modelId="{8BA77F2B-A35B-AF45-A65B-BE62E36690A0}">
      <dgm:prSet phldrT="[テキスト]"/>
      <dgm:spPr/>
      <dgm:t>
        <a:bodyPr/>
        <a:lstStyle/>
        <a:p>
          <a:r>
            <a:rPr kumimoji="1" lang="en-US" altLang="ja-JP" dirty="0"/>
            <a:t>Shelves</a:t>
          </a:r>
          <a:endParaRPr kumimoji="1" lang="ja-JP" altLang="en-US"/>
        </a:p>
      </dgm:t>
    </dgm:pt>
    <dgm:pt modelId="{F79FAE7F-BD6A-374C-AFEA-45A86FDF5447}" type="parTrans" cxnId="{53F31039-431C-304B-8218-202E694A52B5}">
      <dgm:prSet/>
      <dgm:spPr/>
      <dgm:t>
        <a:bodyPr/>
        <a:lstStyle/>
        <a:p>
          <a:endParaRPr kumimoji="1" lang="ja-JP" altLang="en-US"/>
        </a:p>
      </dgm:t>
    </dgm:pt>
    <dgm:pt modelId="{669DD95A-CE6E-4E4B-A925-7CA6A9AB9666}" type="sibTrans" cxnId="{53F31039-431C-304B-8218-202E694A52B5}">
      <dgm:prSet/>
      <dgm:spPr/>
      <dgm:t>
        <a:bodyPr/>
        <a:lstStyle/>
        <a:p>
          <a:endParaRPr kumimoji="1" lang="ja-JP" altLang="en-US"/>
        </a:p>
      </dgm:t>
    </dgm:pt>
    <dgm:pt modelId="{4F4486BD-FCCB-DE44-AB34-192D1C17374C}">
      <dgm:prSet phldrT="[テキスト]"/>
      <dgm:spPr/>
      <dgm:t>
        <a:bodyPr/>
        <a:lstStyle/>
        <a:p>
          <a:r>
            <a:rPr kumimoji="1" lang="en-US" altLang="ja-JP" dirty="0"/>
            <a:t>...</a:t>
          </a:r>
          <a:endParaRPr kumimoji="1" lang="ja-JP" altLang="en-US"/>
        </a:p>
      </dgm:t>
    </dgm:pt>
    <dgm:pt modelId="{9AADBC9F-5617-E244-8B4A-CDEDC23A705A}" type="sibTrans" cxnId="{9EFC0B85-E04B-824F-AB51-32F4E45622E2}">
      <dgm:prSet/>
      <dgm:spPr/>
      <dgm:t>
        <a:bodyPr/>
        <a:lstStyle/>
        <a:p>
          <a:endParaRPr kumimoji="1" lang="ja-JP" altLang="en-US"/>
        </a:p>
      </dgm:t>
    </dgm:pt>
    <dgm:pt modelId="{33BE8632-C5D7-9642-817F-52841651F41C}" type="parTrans" cxnId="{9EFC0B85-E04B-824F-AB51-32F4E45622E2}">
      <dgm:prSet/>
      <dgm:spPr/>
      <dgm:t>
        <a:bodyPr/>
        <a:lstStyle/>
        <a:p>
          <a:endParaRPr kumimoji="1" lang="ja-JP" altLang="en-US"/>
        </a:p>
      </dgm:t>
    </dgm:pt>
    <dgm:pt modelId="{90776852-92F3-3D4A-B432-DEAC98A8706C}">
      <dgm:prSet phldrT="[テキスト]"/>
      <dgm:spPr/>
      <dgm:t>
        <a:bodyPr/>
        <a:lstStyle/>
        <a:p>
          <a:r>
            <a:rPr kumimoji="1" lang="en-US" altLang="ja-JP" dirty="0"/>
            <a:t>...</a:t>
          </a:r>
          <a:endParaRPr kumimoji="1" lang="ja-JP" altLang="en-US"/>
        </a:p>
      </dgm:t>
    </dgm:pt>
    <dgm:pt modelId="{C5D46D8C-3825-6D43-AE17-0BE4B6DE0E77}" type="parTrans" cxnId="{2514DD54-60C5-214F-84B8-879AA5DADFC2}">
      <dgm:prSet/>
      <dgm:spPr/>
      <dgm:t>
        <a:bodyPr/>
        <a:lstStyle/>
        <a:p>
          <a:endParaRPr kumimoji="1" lang="ja-JP" altLang="en-US"/>
        </a:p>
      </dgm:t>
    </dgm:pt>
    <dgm:pt modelId="{173B868D-22EA-344C-A257-CFDF8BE89FA4}" type="sibTrans" cxnId="{2514DD54-60C5-214F-84B8-879AA5DADFC2}">
      <dgm:prSet/>
      <dgm:spPr/>
      <dgm:t>
        <a:bodyPr/>
        <a:lstStyle/>
        <a:p>
          <a:endParaRPr kumimoji="1" lang="ja-JP" altLang="en-US"/>
        </a:p>
      </dgm:t>
    </dgm:pt>
    <dgm:pt modelId="{F1BA3B7F-3F29-E24A-859E-C19C860A2C7F}">
      <dgm:prSet phldrT="[テキスト]"/>
      <dgm:spPr/>
      <dgm:t>
        <a:bodyPr/>
        <a:lstStyle/>
        <a:p>
          <a:r>
            <a:rPr kumimoji="1" lang="en-US" altLang="ja-JP" dirty="0"/>
            <a:t>...</a:t>
          </a:r>
          <a:endParaRPr kumimoji="1" lang="ja-JP" altLang="en-US"/>
        </a:p>
      </dgm:t>
    </dgm:pt>
    <dgm:pt modelId="{56C49ED4-62D3-4043-A117-BEE84FD9059D}" type="parTrans" cxnId="{ACD3B5BC-465B-FD41-B2BD-9C3D5DE5A147}">
      <dgm:prSet/>
      <dgm:spPr/>
      <dgm:t>
        <a:bodyPr/>
        <a:lstStyle/>
        <a:p>
          <a:endParaRPr kumimoji="1" lang="ja-JP" altLang="en-US"/>
        </a:p>
      </dgm:t>
    </dgm:pt>
    <dgm:pt modelId="{76AC11AC-226C-4345-AA8E-1DF6B31C8373}" type="sibTrans" cxnId="{ACD3B5BC-465B-FD41-B2BD-9C3D5DE5A147}">
      <dgm:prSet/>
      <dgm:spPr/>
      <dgm:t>
        <a:bodyPr/>
        <a:lstStyle/>
        <a:p>
          <a:endParaRPr kumimoji="1" lang="ja-JP" altLang="en-US"/>
        </a:p>
      </dgm:t>
    </dgm:pt>
    <dgm:pt modelId="{324E4057-99A8-0345-A339-20F5DB2B5081}">
      <dgm:prSet phldrT="[テキスト]"/>
      <dgm:spPr/>
      <dgm:t>
        <a:bodyPr/>
        <a:lstStyle/>
        <a:p>
          <a:r>
            <a:rPr kumimoji="1" lang="en-US" altLang="ja-JP" dirty="0"/>
            <a:t>...</a:t>
          </a:r>
          <a:endParaRPr kumimoji="1" lang="ja-JP" altLang="en-US"/>
        </a:p>
      </dgm:t>
    </dgm:pt>
    <dgm:pt modelId="{2CC9F2F7-BD8C-284E-B8B8-35B2A6115707}" type="parTrans" cxnId="{623A5F35-DBFB-4943-B5BB-44F9EAA8919B}">
      <dgm:prSet/>
      <dgm:spPr/>
      <dgm:t>
        <a:bodyPr/>
        <a:lstStyle/>
        <a:p>
          <a:endParaRPr kumimoji="1" lang="ja-JP" altLang="en-US"/>
        </a:p>
      </dgm:t>
    </dgm:pt>
    <dgm:pt modelId="{8175A302-847B-7D46-A4A1-E7BA984C63FE}" type="sibTrans" cxnId="{623A5F35-DBFB-4943-B5BB-44F9EAA8919B}">
      <dgm:prSet/>
      <dgm:spPr/>
      <dgm:t>
        <a:bodyPr/>
        <a:lstStyle/>
        <a:p>
          <a:endParaRPr kumimoji="1" lang="ja-JP" altLang="en-US"/>
        </a:p>
      </dgm:t>
    </dgm:pt>
    <dgm:pt modelId="{7E29030A-2D36-D242-A508-2F4A61334542}" type="pres">
      <dgm:prSet presAssocID="{7825D2CA-5FE5-0F4D-8EF9-FA4694FB70A0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4912EF0-F208-0F43-9DBD-759A35A71918}" type="pres">
      <dgm:prSet presAssocID="{7825D2CA-5FE5-0F4D-8EF9-FA4694FB70A0}" presName="hierFlow" presStyleCnt="0"/>
      <dgm:spPr/>
    </dgm:pt>
    <dgm:pt modelId="{6CC70B4C-3730-414D-B801-DE2333FBAAC2}" type="pres">
      <dgm:prSet presAssocID="{7825D2CA-5FE5-0F4D-8EF9-FA4694FB70A0}" presName="firstBuf" presStyleCnt="0"/>
      <dgm:spPr/>
    </dgm:pt>
    <dgm:pt modelId="{73433092-103A-0944-8DB4-29CBC65D70C6}" type="pres">
      <dgm:prSet presAssocID="{7825D2CA-5FE5-0F4D-8EF9-FA4694FB70A0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A612CA6-4AEF-0841-A107-69DC271A8130}" type="pres">
      <dgm:prSet presAssocID="{17201AA3-45F4-7547-9BE6-471D5534036A}" presName="Name14" presStyleCnt="0"/>
      <dgm:spPr/>
    </dgm:pt>
    <dgm:pt modelId="{ADB677D8-1005-A247-906E-2B5DAB721940}" type="pres">
      <dgm:prSet presAssocID="{17201AA3-45F4-7547-9BE6-471D5534036A}" presName="level1Shape" presStyleLbl="node0" presStyleIdx="0" presStyleCnt="1">
        <dgm:presLayoutVars>
          <dgm:chPref val="3"/>
        </dgm:presLayoutVars>
      </dgm:prSet>
      <dgm:spPr/>
    </dgm:pt>
    <dgm:pt modelId="{E05DF717-386C-0148-919B-7244205499E0}" type="pres">
      <dgm:prSet presAssocID="{17201AA3-45F4-7547-9BE6-471D5534036A}" presName="hierChild2" presStyleCnt="0"/>
      <dgm:spPr/>
    </dgm:pt>
    <dgm:pt modelId="{96B309E1-9D06-5644-B819-569FF57A6AAE}" type="pres">
      <dgm:prSet presAssocID="{8AE9D44F-D5F3-9541-A8D4-6599D808F7D5}" presName="Name19" presStyleLbl="parChTrans1D2" presStyleIdx="0" presStyleCnt="5"/>
      <dgm:spPr/>
    </dgm:pt>
    <dgm:pt modelId="{524D65AF-163C-5742-AE15-4D7A5E87B873}" type="pres">
      <dgm:prSet presAssocID="{65D891B1-2CB0-0C41-9A5F-DF39BD1A1C18}" presName="Name21" presStyleCnt="0"/>
      <dgm:spPr/>
    </dgm:pt>
    <dgm:pt modelId="{0AF47E80-2A34-924B-B665-1BED90DADF3A}" type="pres">
      <dgm:prSet presAssocID="{65D891B1-2CB0-0C41-9A5F-DF39BD1A1C18}" presName="level2Shape" presStyleLbl="node2" presStyleIdx="0" presStyleCnt="5"/>
      <dgm:spPr/>
    </dgm:pt>
    <dgm:pt modelId="{F9898B7A-41CF-8A41-8E00-314763F6CE80}" type="pres">
      <dgm:prSet presAssocID="{65D891B1-2CB0-0C41-9A5F-DF39BD1A1C18}" presName="hierChild3" presStyleCnt="0"/>
      <dgm:spPr/>
    </dgm:pt>
    <dgm:pt modelId="{ED8CE0AF-6CC0-D146-A65A-25AD3E5DF9C5}" type="pres">
      <dgm:prSet presAssocID="{9195F09A-43EB-1A4F-8F01-145BBF160910}" presName="Name19" presStyleLbl="parChTrans1D3" presStyleIdx="0" presStyleCnt="5"/>
      <dgm:spPr/>
    </dgm:pt>
    <dgm:pt modelId="{32F94CD0-F4A1-1D41-9075-9F18106919B1}" type="pres">
      <dgm:prSet presAssocID="{4F4E4922-F4C0-1A42-9009-D976E157AB8C}" presName="Name21" presStyleCnt="0"/>
      <dgm:spPr/>
    </dgm:pt>
    <dgm:pt modelId="{F842C18A-BFBD-5540-87E6-3D743A5B7847}" type="pres">
      <dgm:prSet presAssocID="{4F4E4922-F4C0-1A42-9009-D976E157AB8C}" presName="level2Shape" presStyleLbl="node3" presStyleIdx="0" presStyleCnt="5"/>
      <dgm:spPr/>
    </dgm:pt>
    <dgm:pt modelId="{8D93DECA-D2A6-5E41-8A70-5679D678A02F}" type="pres">
      <dgm:prSet presAssocID="{4F4E4922-F4C0-1A42-9009-D976E157AB8C}" presName="hierChild3" presStyleCnt="0"/>
      <dgm:spPr/>
    </dgm:pt>
    <dgm:pt modelId="{75F8944D-0ACF-414B-9D31-FF899024FB97}" type="pres">
      <dgm:prSet presAssocID="{D5E413E6-10D7-FE4B-887F-6B64738C2603}" presName="Name19" presStyleLbl="parChTrans1D2" presStyleIdx="1" presStyleCnt="5"/>
      <dgm:spPr/>
    </dgm:pt>
    <dgm:pt modelId="{F4B2B108-D779-194C-94CB-1BBE0752EDC3}" type="pres">
      <dgm:prSet presAssocID="{09598895-02A4-934D-807E-1F92FB546278}" presName="Name21" presStyleCnt="0"/>
      <dgm:spPr/>
    </dgm:pt>
    <dgm:pt modelId="{DED982C2-0FC1-904E-B987-91FD0073B6E4}" type="pres">
      <dgm:prSet presAssocID="{09598895-02A4-934D-807E-1F92FB546278}" presName="level2Shape" presStyleLbl="node2" presStyleIdx="1" presStyleCnt="5"/>
      <dgm:spPr/>
    </dgm:pt>
    <dgm:pt modelId="{5176F92C-AD4C-D345-B791-4DCC9BE918F4}" type="pres">
      <dgm:prSet presAssocID="{09598895-02A4-934D-807E-1F92FB546278}" presName="hierChild3" presStyleCnt="0"/>
      <dgm:spPr/>
    </dgm:pt>
    <dgm:pt modelId="{326962A7-4E87-C744-ADB5-0F7E086F9900}" type="pres">
      <dgm:prSet presAssocID="{33BE8632-C5D7-9642-817F-52841651F41C}" presName="Name19" presStyleLbl="parChTrans1D3" presStyleIdx="1" presStyleCnt="5"/>
      <dgm:spPr/>
    </dgm:pt>
    <dgm:pt modelId="{87AA92A2-FE12-2D41-A0A2-8AC3FD4B3E74}" type="pres">
      <dgm:prSet presAssocID="{4F4486BD-FCCB-DE44-AB34-192D1C17374C}" presName="Name21" presStyleCnt="0"/>
      <dgm:spPr/>
    </dgm:pt>
    <dgm:pt modelId="{D7CE85E4-9604-0F43-B44F-AEE5384A7C30}" type="pres">
      <dgm:prSet presAssocID="{4F4486BD-FCCB-DE44-AB34-192D1C17374C}" presName="level2Shape" presStyleLbl="node3" presStyleIdx="1" presStyleCnt="5"/>
      <dgm:spPr/>
    </dgm:pt>
    <dgm:pt modelId="{BC322FD3-2ABE-F948-8AB2-739B2249A11E}" type="pres">
      <dgm:prSet presAssocID="{4F4486BD-FCCB-DE44-AB34-192D1C17374C}" presName="hierChild3" presStyleCnt="0"/>
      <dgm:spPr/>
    </dgm:pt>
    <dgm:pt modelId="{B112EA38-A9CD-EA42-8031-95975E8DF939}" type="pres">
      <dgm:prSet presAssocID="{7ACA0176-EA0D-A643-A785-56EFB26D5355}" presName="Name19" presStyleLbl="parChTrans1D2" presStyleIdx="2" presStyleCnt="5"/>
      <dgm:spPr/>
    </dgm:pt>
    <dgm:pt modelId="{8F1B0B26-EA67-774B-89AD-4DCC058556BC}" type="pres">
      <dgm:prSet presAssocID="{5459EF3E-3374-5A4C-B110-16394140C65A}" presName="Name21" presStyleCnt="0"/>
      <dgm:spPr/>
    </dgm:pt>
    <dgm:pt modelId="{95F0CF29-0DC0-DD4D-AF03-CC2E2FF1B296}" type="pres">
      <dgm:prSet presAssocID="{5459EF3E-3374-5A4C-B110-16394140C65A}" presName="level2Shape" presStyleLbl="node2" presStyleIdx="2" presStyleCnt="5"/>
      <dgm:spPr/>
    </dgm:pt>
    <dgm:pt modelId="{07FDE1FD-BCCB-044B-9D2A-B5995D0ABA9C}" type="pres">
      <dgm:prSet presAssocID="{5459EF3E-3374-5A4C-B110-16394140C65A}" presName="hierChild3" presStyleCnt="0"/>
      <dgm:spPr/>
    </dgm:pt>
    <dgm:pt modelId="{EAE0486C-B5F4-B44D-8996-33D1EBAE45E9}" type="pres">
      <dgm:prSet presAssocID="{C5D46D8C-3825-6D43-AE17-0BE4B6DE0E77}" presName="Name19" presStyleLbl="parChTrans1D3" presStyleIdx="2" presStyleCnt="5"/>
      <dgm:spPr/>
    </dgm:pt>
    <dgm:pt modelId="{04C4E952-D7BD-1F44-8C87-E097C7C5EED5}" type="pres">
      <dgm:prSet presAssocID="{90776852-92F3-3D4A-B432-DEAC98A8706C}" presName="Name21" presStyleCnt="0"/>
      <dgm:spPr/>
    </dgm:pt>
    <dgm:pt modelId="{24D62900-D6CC-EC40-A8EF-077ABCA6C645}" type="pres">
      <dgm:prSet presAssocID="{90776852-92F3-3D4A-B432-DEAC98A8706C}" presName="level2Shape" presStyleLbl="node3" presStyleIdx="2" presStyleCnt="5"/>
      <dgm:spPr/>
    </dgm:pt>
    <dgm:pt modelId="{17FE4E16-F729-0F4B-AAF8-5482E40EC2C6}" type="pres">
      <dgm:prSet presAssocID="{90776852-92F3-3D4A-B432-DEAC98A8706C}" presName="hierChild3" presStyleCnt="0"/>
      <dgm:spPr/>
    </dgm:pt>
    <dgm:pt modelId="{EF048270-D8A6-5B45-8CF0-458283DE1BE2}" type="pres">
      <dgm:prSet presAssocID="{2BFA0A54-5795-014D-9F44-F1D884921236}" presName="Name19" presStyleLbl="parChTrans1D2" presStyleIdx="3" presStyleCnt="5"/>
      <dgm:spPr/>
    </dgm:pt>
    <dgm:pt modelId="{A5EB6215-1E8A-CF42-A6DC-64EDACA44401}" type="pres">
      <dgm:prSet presAssocID="{A42A55BF-3646-124D-B70F-205142FD8C07}" presName="Name21" presStyleCnt="0"/>
      <dgm:spPr/>
    </dgm:pt>
    <dgm:pt modelId="{3D791BE8-28D6-F445-A78B-2581CD704C15}" type="pres">
      <dgm:prSet presAssocID="{A42A55BF-3646-124D-B70F-205142FD8C07}" presName="level2Shape" presStyleLbl="node2" presStyleIdx="3" presStyleCnt="5"/>
      <dgm:spPr/>
    </dgm:pt>
    <dgm:pt modelId="{C648EDAF-17B2-5745-A71D-508858E9FF76}" type="pres">
      <dgm:prSet presAssocID="{A42A55BF-3646-124D-B70F-205142FD8C07}" presName="hierChild3" presStyleCnt="0"/>
      <dgm:spPr/>
    </dgm:pt>
    <dgm:pt modelId="{E6A13614-409E-7D40-AA6C-F03C0BC21128}" type="pres">
      <dgm:prSet presAssocID="{56C49ED4-62D3-4043-A117-BEE84FD9059D}" presName="Name19" presStyleLbl="parChTrans1D3" presStyleIdx="3" presStyleCnt="5"/>
      <dgm:spPr/>
    </dgm:pt>
    <dgm:pt modelId="{D1247569-71B5-6B48-95F9-06DB4528D8B2}" type="pres">
      <dgm:prSet presAssocID="{F1BA3B7F-3F29-E24A-859E-C19C860A2C7F}" presName="Name21" presStyleCnt="0"/>
      <dgm:spPr/>
    </dgm:pt>
    <dgm:pt modelId="{95DC344B-9FA7-0848-B3BC-1711D789421E}" type="pres">
      <dgm:prSet presAssocID="{F1BA3B7F-3F29-E24A-859E-C19C860A2C7F}" presName="level2Shape" presStyleLbl="node3" presStyleIdx="3" presStyleCnt="5"/>
      <dgm:spPr/>
    </dgm:pt>
    <dgm:pt modelId="{D0A1D936-16FA-0542-9EB2-361EA77300C2}" type="pres">
      <dgm:prSet presAssocID="{F1BA3B7F-3F29-E24A-859E-C19C860A2C7F}" presName="hierChild3" presStyleCnt="0"/>
      <dgm:spPr/>
    </dgm:pt>
    <dgm:pt modelId="{F6AF8134-04BE-494F-B5EB-8FA915444B95}" type="pres">
      <dgm:prSet presAssocID="{F79FAE7F-BD6A-374C-AFEA-45A86FDF5447}" presName="Name19" presStyleLbl="parChTrans1D2" presStyleIdx="4" presStyleCnt="5"/>
      <dgm:spPr/>
    </dgm:pt>
    <dgm:pt modelId="{D17FA48A-FBD8-E84F-B751-DAF937AC2553}" type="pres">
      <dgm:prSet presAssocID="{8BA77F2B-A35B-AF45-A65B-BE62E36690A0}" presName="Name21" presStyleCnt="0"/>
      <dgm:spPr/>
    </dgm:pt>
    <dgm:pt modelId="{EEA31F19-2FCB-2B4A-BAEF-09D14CA03A75}" type="pres">
      <dgm:prSet presAssocID="{8BA77F2B-A35B-AF45-A65B-BE62E36690A0}" presName="level2Shape" presStyleLbl="node2" presStyleIdx="4" presStyleCnt="5"/>
      <dgm:spPr/>
    </dgm:pt>
    <dgm:pt modelId="{44938D27-0E05-A341-8372-D12B0F132E07}" type="pres">
      <dgm:prSet presAssocID="{8BA77F2B-A35B-AF45-A65B-BE62E36690A0}" presName="hierChild3" presStyleCnt="0"/>
      <dgm:spPr/>
    </dgm:pt>
    <dgm:pt modelId="{357E6134-13B4-E841-813A-71331BE1BB16}" type="pres">
      <dgm:prSet presAssocID="{2CC9F2F7-BD8C-284E-B8B8-35B2A6115707}" presName="Name19" presStyleLbl="parChTrans1D3" presStyleIdx="4" presStyleCnt="5"/>
      <dgm:spPr/>
    </dgm:pt>
    <dgm:pt modelId="{660F4252-CB8D-D143-A682-3797DB08955C}" type="pres">
      <dgm:prSet presAssocID="{324E4057-99A8-0345-A339-20F5DB2B5081}" presName="Name21" presStyleCnt="0"/>
      <dgm:spPr/>
    </dgm:pt>
    <dgm:pt modelId="{43C439B0-278D-E242-B95C-BB81AB7D7D96}" type="pres">
      <dgm:prSet presAssocID="{324E4057-99A8-0345-A339-20F5DB2B5081}" presName="level2Shape" presStyleLbl="node3" presStyleIdx="4" presStyleCnt="5"/>
      <dgm:spPr/>
    </dgm:pt>
    <dgm:pt modelId="{F55912FB-080D-D649-AE80-3E381B114027}" type="pres">
      <dgm:prSet presAssocID="{324E4057-99A8-0345-A339-20F5DB2B5081}" presName="hierChild3" presStyleCnt="0"/>
      <dgm:spPr/>
    </dgm:pt>
    <dgm:pt modelId="{4D22010D-2BA6-1A4A-B5E6-0B5D6FD8BCE8}" type="pres">
      <dgm:prSet presAssocID="{7825D2CA-5FE5-0F4D-8EF9-FA4694FB70A0}" presName="bgShapesFlow" presStyleCnt="0"/>
      <dgm:spPr/>
    </dgm:pt>
    <dgm:pt modelId="{BD071A87-4FD9-CD48-A9E4-8F9B03376821}" type="pres">
      <dgm:prSet presAssocID="{9182842F-CA3F-4949-B800-421E520329B4}" presName="rectComp" presStyleCnt="0"/>
      <dgm:spPr/>
    </dgm:pt>
    <dgm:pt modelId="{8765BCE1-C0D7-0240-A34E-A0B97FEEDF1E}" type="pres">
      <dgm:prSet presAssocID="{9182842F-CA3F-4949-B800-421E520329B4}" presName="bgRect" presStyleLbl="bgShp" presStyleIdx="0" presStyleCnt="3"/>
      <dgm:spPr/>
    </dgm:pt>
    <dgm:pt modelId="{4AB35ABB-AB1D-5A42-97A8-695C7639DC19}" type="pres">
      <dgm:prSet presAssocID="{9182842F-CA3F-4949-B800-421E520329B4}" presName="bgRectTx" presStyleLbl="bgShp" presStyleIdx="0" presStyleCnt="3">
        <dgm:presLayoutVars>
          <dgm:bulletEnabled val="1"/>
        </dgm:presLayoutVars>
      </dgm:prSet>
      <dgm:spPr/>
    </dgm:pt>
    <dgm:pt modelId="{33F7E8E1-207D-274A-A123-FE66C5263758}" type="pres">
      <dgm:prSet presAssocID="{9182842F-CA3F-4949-B800-421E520329B4}" presName="spComp" presStyleCnt="0"/>
      <dgm:spPr/>
    </dgm:pt>
    <dgm:pt modelId="{E71EB2B2-27FE-2240-9744-F7A9500FC577}" type="pres">
      <dgm:prSet presAssocID="{9182842F-CA3F-4949-B800-421E520329B4}" presName="vSp" presStyleCnt="0"/>
      <dgm:spPr/>
    </dgm:pt>
    <dgm:pt modelId="{C93E9704-4157-F24A-978E-479CDE2153A7}" type="pres">
      <dgm:prSet presAssocID="{CB3F407B-5990-FD42-82F6-D3E95D869E64}" presName="rectComp" presStyleCnt="0"/>
      <dgm:spPr/>
    </dgm:pt>
    <dgm:pt modelId="{BF26F8EA-38C4-494D-8212-CD1B9B935F74}" type="pres">
      <dgm:prSet presAssocID="{CB3F407B-5990-FD42-82F6-D3E95D869E64}" presName="bgRect" presStyleLbl="bgShp" presStyleIdx="1" presStyleCnt="3"/>
      <dgm:spPr/>
    </dgm:pt>
    <dgm:pt modelId="{0FD6B1EC-3466-B343-B8CF-A60FD562BD27}" type="pres">
      <dgm:prSet presAssocID="{CB3F407B-5990-FD42-82F6-D3E95D869E64}" presName="bgRectTx" presStyleLbl="bgShp" presStyleIdx="1" presStyleCnt="3">
        <dgm:presLayoutVars>
          <dgm:bulletEnabled val="1"/>
        </dgm:presLayoutVars>
      </dgm:prSet>
      <dgm:spPr/>
    </dgm:pt>
    <dgm:pt modelId="{F19FB987-A8A8-374C-8CC2-10EF6E65848D}" type="pres">
      <dgm:prSet presAssocID="{CB3F407B-5990-FD42-82F6-D3E95D869E64}" presName="spComp" presStyleCnt="0"/>
      <dgm:spPr/>
    </dgm:pt>
    <dgm:pt modelId="{3C65278D-D2D9-4447-8D8D-DB1357A60FF7}" type="pres">
      <dgm:prSet presAssocID="{CB3F407B-5990-FD42-82F6-D3E95D869E64}" presName="vSp" presStyleCnt="0"/>
      <dgm:spPr/>
    </dgm:pt>
    <dgm:pt modelId="{04DC1A7E-C25A-E64A-AF71-51D417E06020}" type="pres">
      <dgm:prSet presAssocID="{098F57DD-A896-8A41-AB4F-B137AB4D5382}" presName="rectComp" presStyleCnt="0"/>
      <dgm:spPr/>
    </dgm:pt>
    <dgm:pt modelId="{2B6509BB-37BD-4140-8BD6-CCC8F6D5DB0E}" type="pres">
      <dgm:prSet presAssocID="{098F57DD-A896-8A41-AB4F-B137AB4D5382}" presName="bgRect" presStyleLbl="bgShp" presStyleIdx="2" presStyleCnt="3"/>
      <dgm:spPr/>
    </dgm:pt>
    <dgm:pt modelId="{346A1703-D8A4-D14F-8F84-598883B48CE9}" type="pres">
      <dgm:prSet presAssocID="{098F57DD-A896-8A41-AB4F-B137AB4D5382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EB36290B-6527-D94A-AD90-D995109C51DB}" srcId="{17201AA3-45F4-7547-9BE6-471D5534036A}" destId="{65D891B1-2CB0-0C41-9A5F-DF39BD1A1C18}" srcOrd="0" destOrd="0" parTransId="{8AE9D44F-D5F3-9541-A8D4-6599D808F7D5}" sibTransId="{E43FA01E-F391-7244-A7BC-6C3342E49538}"/>
    <dgm:cxn modelId="{14F61E10-F3B9-D747-9479-395B5F444D32}" type="presOf" srcId="{8BA77F2B-A35B-AF45-A65B-BE62E36690A0}" destId="{EEA31F19-2FCB-2B4A-BAEF-09D14CA03A75}" srcOrd="0" destOrd="0" presId="urn:microsoft.com/office/officeart/2005/8/layout/hierarchy6"/>
    <dgm:cxn modelId="{0C521E20-7270-0C49-BB2C-4B79315677FD}" type="presOf" srcId="{5459EF3E-3374-5A4C-B110-16394140C65A}" destId="{95F0CF29-0DC0-DD4D-AF03-CC2E2FF1B296}" srcOrd="0" destOrd="0" presId="urn:microsoft.com/office/officeart/2005/8/layout/hierarchy6"/>
    <dgm:cxn modelId="{9EB74122-55BB-DE43-BA47-E6A4CE8CCA36}" type="presOf" srcId="{C5D46D8C-3825-6D43-AE17-0BE4B6DE0E77}" destId="{EAE0486C-B5F4-B44D-8996-33D1EBAE45E9}" srcOrd="0" destOrd="0" presId="urn:microsoft.com/office/officeart/2005/8/layout/hierarchy6"/>
    <dgm:cxn modelId="{82D76028-867F-F44E-BF36-DC6AA728B723}" type="presOf" srcId="{098F57DD-A896-8A41-AB4F-B137AB4D5382}" destId="{2B6509BB-37BD-4140-8BD6-CCC8F6D5DB0E}" srcOrd="0" destOrd="0" presId="urn:microsoft.com/office/officeart/2005/8/layout/hierarchy6"/>
    <dgm:cxn modelId="{22259228-FE03-3C4F-AE64-B331284ADFAA}" srcId="{17201AA3-45F4-7547-9BE6-471D5534036A}" destId="{A42A55BF-3646-124D-B70F-205142FD8C07}" srcOrd="3" destOrd="0" parTransId="{2BFA0A54-5795-014D-9F44-F1D884921236}" sibTransId="{6CBC27E2-AAA9-EA45-81D0-36E91BFB3B8F}"/>
    <dgm:cxn modelId="{137BEC33-EF4D-7E44-A78E-403A8747439E}" type="presOf" srcId="{56C49ED4-62D3-4043-A117-BEE84FD9059D}" destId="{E6A13614-409E-7D40-AA6C-F03C0BC21128}" srcOrd="0" destOrd="0" presId="urn:microsoft.com/office/officeart/2005/8/layout/hierarchy6"/>
    <dgm:cxn modelId="{623A5F35-DBFB-4943-B5BB-44F9EAA8919B}" srcId="{8BA77F2B-A35B-AF45-A65B-BE62E36690A0}" destId="{324E4057-99A8-0345-A339-20F5DB2B5081}" srcOrd="0" destOrd="0" parTransId="{2CC9F2F7-BD8C-284E-B8B8-35B2A6115707}" sibTransId="{8175A302-847B-7D46-A4A1-E7BA984C63FE}"/>
    <dgm:cxn modelId="{53F31039-431C-304B-8218-202E694A52B5}" srcId="{17201AA3-45F4-7547-9BE6-471D5534036A}" destId="{8BA77F2B-A35B-AF45-A65B-BE62E36690A0}" srcOrd="4" destOrd="0" parTransId="{F79FAE7F-BD6A-374C-AFEA-45A86FDF5447}" sibTransId="{669DD95A-CE6E-4E4B-A925-7CA6A9AB9666}"/>
    <dgm:cxn modelId="{C5AEF239-6C46-F84A-A857-AFCADD683F13}" type="presOf" srcId="{90776852-92F3-3D4A-B432-DEAC98A8706C}" destId="{24D62900-D6CC-EC40-A8EF-077ABCA6C645}" srcOrd="0" destOrd="0" presId="urn:microsoft.com/office/officeart/2005/8/layout/hierarchy6"/>
    <dgm:cxn modelId="{99AF723D-8298-1749-8BDB-1F6944C69F99}" type="presOf" srcId="{324E4057-99A8-0345-A339-20F5DB2B5081}" destId="{43C439B0-278D-E242-B95C-BB81AB7D7D96}" srcOrd="0" destOrd="0" presId="urn:microsoft.com/office/officeart/2005/8/layout/hierarchy6"/>
    <dgm:cxn modelId="{762B4751-0B88-B04E-91F6-DE8BB529E0F8}" type="presOf" srcId="{4F4486BD-FCCB-DE44-AB34-192D1C17374C}" destId="{D7CE85E4-9604-0F43-B44F-AEE5384A7C30}" srcOrd="0" destOrd="0" presId="urn:microsoft.com/office/officeart/2005/8/layout/hierarchy6"/>
    <dgm:cxn modelId="{2514DD54-60C5-214F-84B8-879AA5DADFC2}" srcId="{5459EF3E-3374-5A4C-B110-16394140C65A}" destId="{90776852-92F3-3D4A-B432-DEAC98A8706C}" srcOrd="0" destOrd="0" parTransId="{C5D46D8C-3825-6D43-AE17-0BE4B6DE0E77}" sibTransId="{173B868D-22EA-344C-A257-CFDF8BE89FA4}"/>
    <dgm:cxn modelId="{86B21359-D3B2-C147-BF6D-59E81918F572}" type="presOf" srcId="{9195F09A-43EB-1A4F-8F01-145BBF160910}" destId="{ED8CE0AF-6CC0-D146-A65A-25AD3E5DF9C5}" srcOrd="0" destOrd="0" presId="urn:microsoft.com/office/officeart/2005/8/layout/hierarchy6"/>
    <dgm:cxn modelId="{5DD0815A-EFB7-4647-AABE-7CDE161E8E64}" type="presOf" srcId="{65D891B1-2CB0-0C41-9A5F-DF39BD1A1C18}" destId="{0AF47E80-2A34-924B-B665-1BED90DADF3A}" srcOrd="0" destOrd="0" presId="urn:microsoft.com/office/officeart/2005/8/layout/hierarchy6"/>
    <dgm:cxn modelId="{DDC4125D-3BBB-8847-A7FA-084B09ABA811}" type="presOf" srcId="{09598895-02A4-934D-807E-1F92FB546278}" destId="{DED982C2-0FC1-904E-B987-91FD0073B6E4}" srcOrd="0" destOrd="0" presId="urn:microsoft.com/office/officeart/2005/8/layout/hierarchy6"/>
    <dgm:cxn modelId="{CA864361-0D81-2D46-84E3-018ED114EE82}" srcId="{7825D2CA-5FE5-0F4D-8EF9-FA4694FB70A0}" destId="{9182842F-CA3F-4949-B800-421E520329B4}" srcOrd="1" destOrd="0" parTransId="{A64CA1B1-203E-0A47-9D85-7FAF1E2DB0C9}" sibTransId="{F86EC0CE-8ABC-9C4F-9EB5-875139ECEBA8}"/>
    <dgm:cxn modelId="{F3222C68-07BB-F04C-8857-079AEE204044}" type="presOf" srcId="{7ACA0176-EA0D-A643-A785-56EFB26D5355}" destId="{B112EA38-A9CD-EA42-8031-95975E8DF939}" srcOrd="0" destOrd="0" presId="urn:microsoft.com/office/officeart/2005/8/layout/hierarchy6"/>
    <dgm:cxn modelId="{6CA7797A-FE64-DE4D-8A7D-79B2DBF326AD}" type="presOf" srcId="{17201AA3-45F4-7547-9BE6-471D5534036A}" destId="{ADB677D8-1005-A247-906E-2B5DAB721940}" srcOrd="0" destOrd="0" presId="urn:microsoft.com/office/officeart/2005/8/layout/hierarchy6"/>
    <dgm:cxn modelId="{6811977B-F276-7A46-8B44-4AAF7C43DC9F}" type="presOf" srcId="{33BE8632-C5D7-9642-817F-52841651F41C}" destId="{326962A7-4E87-C744-ADB5-0F7E086F9900}" srcOrd="0" destOrd="0" presId="urn:microsoft.com/office/officeart/2005/8/layout/hierarchy6"/>
    <dgm:cxn modelId="{9EFC0B85-E04B-824F-AB51-32F4E45622E2}" srcId="{09598895-02A4-934D-807E-1F92FB546278}" destId="{4F4486BD-FCCB-DE44-AB34-192D1C17374C}" srcOrd="0" destOrd="0" parTransId="{33BE8632-C5D7-9642-817F-52841651F41C}" sibTransId="{9AADBC9F-5617-E244-8B4A-CDEDC23A705A}"/>
    <dgm:cxn modelId="{05FB6C8B-5ABE-9C43-94F8-DC3C39CA586A}" type="presOf" srcId="{A42A55BF-3646-124D-B70F-205142FD8C07}" destId="{3D791BE8-28D6-F445-A78B-2581CD704C15}" srcOrd="0" destOrd="0" presId="urn:microsoft.com/office/officeart/2005/8/layout/hierarchy6"/>
    <dgm:cxn modelId="{1006E58C-3804-9E41-AD79-98F656936184}" srcId="{17201AA3-45F4-7547-9BE6-471D5534036A}" destId="{09598895-02A4-934D-807E-1F92FB546278}" srcOrd="1" destOrd="0" parTransId="{D5E413E6-10D7-FE4B-887F-6B64738C2603}" sibTransId="{C2E7F5B5-D5B3-4849-A42E-3FE72FD9C462}"/>
    <dgm:cxn modelId="{BBB62092-F899-D04C-A7F7-3DEA79670A33}" type="presOf" srcId="{F79FAE7F-BD6A-374C-AFEA-45A86FDF5447}" destId="{F6AF8134-04BE-494F-B5EB-8FA915444B95}" srcOrd="0" destOrd="0" presId="urn:microsoft.com/office/officeart/2005/8/layout/hierarchy6"/>
    <dgm:cxn modelId="{8E9A6894-567C-9741-BBE6-272CA7EA1161}" srcId="{65D891B1-2CB0-0C41-9A5F-DF39BD1A1C18}" destId="{4F4E4922-F4C0-1A42-9009-D976E157AB8C}" srcOrd="0" destOrd="0" parTransId="{9195F09A-43EB-1A4F-8F01-145BBF160910}" sibTransId="{23B3C296-6A12-B149-998E-B3769E3E3377}"/>
    <dgm:cxn modelId="{EC1F07A2-2C41-1148-953B-5E7822D6D9DF}" type="presOf" srcId="{CB3F407B-5990-FD42-82F6-D3E95D869E64}" destId="{BF26F8EA-38C4-494D-8212-CD1B9B935F74}" srcOrd="0" destOrd="0" presId="urn:microsoft.com/office/officeart/2005/8/layout/hierarchy6"/>
    <dgm:cxn modelId="{3FD1B5A4-7F0B-464F-B3AD-52ADC3D45FA4}" srcId="{7825D2CA-5FE5-0F4D-8EF9-FA4694FB70A0}" destId="{098F57DD-A896-8A41-AB4F-B137AB4D5382}" srcOrd="3" destOrd="0" parTransId="{03EC8D7C-ED21-C647-8512-6D905B1F4400}" sibTransId="{BC23C52B-3524-484E-A081-98539EED5B07}"/>
    <dgm:cxn modelId="{925C73AE-AFA7-A64D-A26F-C0BD1EBED242}" type="presOf" srcId="{9182842F-CA3F-4949-B800-421E520329B4}" destId="{4AB35ABB-AB1D-5A42-97A8-695C7639DC19}" srcOrd="1" destOrd="0" presId="urn:microsoft.com/office/officeart/2005/8/layout/hierarchy6"/>
    <dgm:cxn modelId="{A90548B1-7715-C14D-A350-349E193E740F}" srcId="{7825D2CA-5FE5-0F4D-8EF9-FA4694FB70A0}" destId="{17201AA3-45F4-7547-9BE6-471D5534036A}" srcOrd="0" destOrd="0" parTransId="{762823C5-C989-6641-9386-204D8974FB07}" sibTransId="{21091B89-322A-4448-9650-4C57BCAB9616}"/>
    <dgm:cxn modelId="{446792B4-24FD-8840-ABF5-47A20E91DA58}" type="presOf" srcId="{2CC9F2F7-BD8C-284E-B8B8-35B2A6115707}" destId="{357E6134-13B4-E841-813A-71331BE1BB16}" srcOrd="0" destOrd="0" presId="urn:microsoft.com/office/officeart/2005/8/layout/hierarchy6"/>
    <dgm:cxn modelId="{9C7BB8B9-C791-4C47-A2DB-A96F8F066212}" type="presOf" srcId="{2BFA0A54-5795-014D-9F44-F1D884921236}" destId="{EF048270-D8A6-5B45-8CF0-458283DE1BE2}" srcOrd="0" destOrd="0" presId="urn:microsoft.com/office/officeart/2005/8/layout/hierarchy6"/>
    <dgm:cxn modelId="{ACD3B5BC-465B-FD41-B2BD-9C3D5DE5A147}" srcId="{A42A55BF-3646-124D-B70F-205142FD8C07}" destId="{F1BA3B7F-3F29-E24A-859E-C19C860A2C7F}" srcOrd="0" destOrd="0" parTransId="{56C49ED4-62D3-4043-A117-BEE84FD9059D}" sibTransId="{76AC11AC-226C-4345-AA8E-1DF6B31C8373}"/>
    <dgm:cxn modelId="{92C26CBF-37E4-394E-B43F-43C817D5A25F}" type="presOf" srcId="{D5E413E6-10D7-FE4B-887F-6B64738C2603}" destId="{75F8944D-0ACF-414B-9D31-FF899024FB97}" srcOrd="0" destOrd="0" presId="urn:microsoft.com/office/officeart/2005/8/layout/hierarchy6"/>
    <dgm:cxn modelId="{B8F749C1-77E5-B544-BADA-A73F1BDEEF4B}" type="presOf" srcId="{7825D2CA-5FE5-0F4D-8EF9-FA4694FB70A0}" destId="{7E29030A-2D36-D242-A508-2F4A61334542}" srcOrd="0" destOrd="0" presId="urn:microsoft.com/office/officeart/2005/8/layout/hierarchy6"/>
    <dgm:cxn modelId="{3EB563DF-047D-AC41-BE2E-DB5D90C20782}" type="presOf" srcId="{F1BA3B7F-3F29-E24A-859E-C19C860A2C7F}" destId="{95DC344B-9FA7-0848-B3BC-1711D789421E}" srcOrd="0" destOrd="0" presId="urn:microsoft.com/office/officeart/2005/8/layout/hierarchy6"/>
    <dgm:cxn modelId="{16FE6FE5-899D-8340-B8F8-DB30792DFE8F}" srcId="{17201AA3-45F4-7547-9BE6-471D5534036A}" destId="{5459EF3E-3374-5A4C-B110-16394140C65A}" srcOrd="2" destOrd="0" parTransId="{7ACA0176-EA0D-A643-A785-56EFB26D5355}" sibTransId="{FFEBEB39-AFDB-2841-A2DE-1219AB54D75D}"/>
    <dgm:cxn modelId="{A4A9A3E6-FB49-174F-ACA1-11B90FC87D13}" type="presOf" srcId="{9182842F-CA3F-4949-B800-421E520329B4}" destId="{8765BCE1-C0D7-0240-A34E-A0B97FEEDF1E}" srcOrd="0" destOrd="0" presId="urn:microsoft.com/office/officeart/2005/8/layout/hierarchy6"/>
    <dgm:cxn modelId="{148984E9-ABEA-6244-A144-34489C0728F1}" type="presOf" srcId="{098F57DD-A896-8A41-AB4F-B137AB4D5382}" destId="{346A1703-D8A4-D14F-8F84-598883B48CE9}" srcOrd="1" destOrd="0" presId="urn:microsoft.com/office/officeart/2005/8/layout/hierarchy6"/>
    <dgm:cxn modelId="{820CCEEB-3493-9942-AEA0-29FDCCC18323}" type="presOf" srcId="{8AE9D44F-D5F3-9541-A8D4-6599D808F7D5}" destId="{96B309E1-9D06-5644-B819-569FF57A6AAE}" srcOrd="0" destOrd="0" presId="urn:microsoft.com/office/officeart/2005/8/layout/hierarchy6"/>
    <dgm:cxn modelId="{ACAC64F4-B8AE-D640-87DA-BAE89F78129C}" srcId="{7825D2CA-5FE5-0F4D-8EF9-FA4694FB70A0}" destId="{CB3F407B-5990-FD42-82F6-D3E95D869E64}" srcOrd="2" destOrd="0" parTransId="{5C9D0061-B35C-9644-826A-95ECD2839658}" sibTransId="{92A924D5-8C6D-A045-87E7-B33518709D23}"/>
    <dgm:cxn modelId="{DB113DFD-3EB6-FD4C-B70C-07764B56972A}" type="presOf" srcId="{CB3F407B-5990-FD42-82F6-D3E95D869E64}" destId="{0FD6B1EC-3466-B343-B8CF-A60FD562BD27}" srcOrd="1" destOrd="0" presId="urn:microsoft.com/office/officeart/2005/8/layout/hierarchy6"/>
    <dgm:cxn modelId="{1505A3FF-A924-4F45-BD12-5E5188534868}" type="presOf" srcId="{4F4E4922-F4C0-1A42-9009-D976E157AB8C}" destId="{F842C18A-BFBD-5540-87E6-3D743A5B7847}" srcOrd="0" destOrd="0" presId="urn:microsoft.com/office/officeart/2005/8/layout/hierarchy6"/>
    <dgm:cxn modelId="{515994D1-C9C9-9646-9BE7-BA288F426DCF}" type="presParOf" srcId="{7E29030A-2D36-D242-A508-2F4A61334542}" destId="{24912EF0-F208-0F43-9DBD-759A35A71918}" srcOrd="0" destOrd="0" presId="urn:microsoft.com/office/officeart/2005/8/layout/hierarchy6"/>
    <dgm:cxn modelId="{F72CCD2F-8017-8247-9CD0-B2B36CE6DD97}" type="presParOf" srcId="{24912EF0-F208-0F43-9DBD-759A35A71918}" destId="{6CC70B4C-3730-414D-B801-DE2333FBAAC2}" srcOrd="0" destOrd="0" presId="urn:microsoft.com/office/officeart/2005/8/layout/hierarchy6"/>
    <dgm:cxn modelId="{0CF5D476-3DBC-B847-95D9-D71D91F70B07}" type="presParOf" srcId="{24912EF0-F208-0F43-9DBD-759A35A71918}" destId="{73433092-103A-0944-8DB4-29CBC65D70C6}" srcOrd="1" destOrd="0" presId="urn:microsoft.com/office/officeart/2005/8/layout/hierarchy6"/>
    <dgm:cxn modelId="{4EEB8356-FD46-B545-87B6-2601B2C54A57}" type="presParOf" srcId="{73433092-103A-0944-8DB4-29CBC65D70C6}" destId="{8A612CA6-4AEF-0841-A107-69DC271A8130}" srcOrd="0" destOrd="0" presId="urn:microsoft.com/office/officeart/2005/8/layout/hierarchy6"/>
    <dgm:cxn modelId="{4DDD26AE-A92C-D246-A03B-60E34FDC89AD}" type="presParOf" srcId="{8A612CA6-4AEF-0841-A107-69DC271A8130}" destId="{ADB677D8-1005-A247-906E-2B5DAB721940}" srcOrd="0" destOrd="0" presId="urn:microsoft.com/office/officeart/2005/8/layout/hierarchy6"/>
    <dgm:cxn modelId="{FBC7E721-946B-9C47-BC81-F47BFE4E65BA}" type="presParOf" srcId="{8A612CA6-4AEF-0841-A107-69DC271A8130}" destId="{E05DF717-386C-0148-919B-7244205499E0}" srcOrd="1" destOrd="0" presId="urn:microsoft.com/office/officeart/2005/8/layout/hierarchy6"/>
    <dgm:cxn modelId="{4139C8E3-5866-864A-82FA-81D0E6EC38C6}" type="presParOf" srcId="{E05DF717-386C-0148-919B-7244205499E0}" destId="{96B309E1-9D06-5644-B819-569FF57A6AAE}" srcOrd="0" destOrd="0" presId="urn:microsoft.com/office/officeart/2005/8/layout/hierarchy6"/>
    <dgm:cxn modelId="{A9297052-BE73-B04C-A32B-88B46953CF7A}" type="presParOf" srcId="{E05DF717-386C-0148-919B-7244205499E0}" destId="{524D65AF-163C-5742-AE15-4D7A5E87B873}" srcOrd="1" destOrd="0" presId="urn:microsoft.com/office/officeart/2005/8/layout/hierarchy6"/>
    <dgm:cxn modelId="{C4886E0D-B497-5A42-9C33-B5B37BCEF6D3}" type="presParOf" srcId="{524D65AF-163C-5742-AE15-4D7A5E87B873}" destId="{0AF47E80-2A34-924B-B665-1BED90DADF3A}" srcOrd="0" destOrd="0" presId="urn:microsoft.com/office/officeart/2005/8/layout/hierarchy6"/>
    <dgm:cxn modelId="{68A97AF6-AF91-5340-BDF0-CCE1811EE960}" type="presParOf" srcId="{524D65AF-163C-5742-AE15-4D7A5E87B873}" destId="{F9898B7A-41CF-8A41-8E00-314763F6CE80}" srcOrd="1" destOrd="0" presId="urn:microsoft.com/office/officeart/2005/8/layout/hierarchy6"/>
    <dgm:cxn modelId="{A8112D27-BC13-F14B-A8E6-C0CF8C5D9136}" type="presParOf" srcId="{F9898B7A-41CF-8A41-8E00-314763F6CE80}" destId="{ED8CE0AF-6CC0-D146-A65A-25AD3E5DF9C5}" srcOrd="0" destOrd="0" presId="urn:microsoft.com/office/officeart/2005/8/layout/hierarchy6"/>
    <dgm:cxn modelId="{A5ACD9F4-DE34-0E4B-B108-147885781FBD}" type="presParOf" srcId="{F9898B7A-41CF-8A41-8E00-314763F6CE80}" destId="{32F94CD0-F4A1-1D41-9075-9F18106919B1}" srcOrd="1" destOrd="0" presId="urn:microsoft.com/office/officeart/2005/8/layout/hierarchy6"/>
    <dgm:cxn modelId="{CC07699E-60A2-DA4B-9D29-E7189F6332AF}" type="presParOf" srcId="{32F94CD0-F4A1-1D41-9075-9F18106919B1}" destId="{F842C18A-BFBD-5540-87E6-3D743A5B7847}" srcOrd="0" destOrd="0" presId="urn:microsoft.com/office/officeart/2005/8/layout/hierarchy6"/>
    <dgm:cxn modelId="{8609820B-B29E-F141-BC3A-335293A162D8}" type="presParOf" srcId="{32F94CD0-F4A1-1D41-9075-9F18106919B1}" destId="{8D93DECA-D2A6-5E41-8A70-5679D678A02F}" srcOrd="1" destOrd="0" presId="urn:microsoft.com/office/officeart/2005/8/layout/hierarchy6"/>
    <dgm:cxn modelId="{67318609-F1BD-A94E-9FA8-B4C287F14D7E}" type="presParOf" srcId="{E05DF717-386C-0148-919B-7244205499E0}" destId="{75F8944D-0ACF-414B-9D31-FF899024FB97}" srcOrd="2" destOrd="0" presId="urn:microsoft.com/office/officeart/2005/8/layout/hierarchy6"/>
    <dgm:cxn modelId="{803FA62D-EEB4-4346-AE92-21DB88C35502}" type="presParOf" srcId="{E05DF717-386C-0148-919B-7244205499E0}" destId="{F4B2B108-D779-194C-94CB-1BBE0752EDC3}" srcOrd="3" destOrd="0" presId="urn:microsoft.com/office/officeart/2005/8/layout/hierarchy6"/>
    <dgm:cxn modelId="{AF696CCC-53BA-8548-BB22-BD54D4E3674E}" type="presParOf" srcId="{F4B2B108-D779-194C-94CB-1BBE0752EDC3}" destId="{DED982C2-0FC1-904E-B987-91FD0073B6E4}" srcOrd="0" destOrd="0" presId="urn:microsoft.com/office/officeart/2005/8/layout/hierarchy6"/>
    <dgm:cxn modelId="{D03EF014-A9B6-E747-9DAA-73A46FCDB318}" type="presParOf" srcId="{F4B2B108-D779-194C-94CB-1BBE0752EDC3}" destId="{5176F92C-AD4C-D345-B791-4DCC9BE918F4}" srcOrd="1" destOrd="0" presId="urn:microsoft.com/office/officeart/2005/8/layout/hierarchy6"/>
    <dgm:cxn modelId="{6D7E79DB-E8EA-CE46-B3FC-34CC14CB59CA}" type="presParOf" srcId="{5176F92C-AD4C-D345-B791-4DCC9BE918F4}" destId="{326962A7-4E87-C744-ADB5-0F7E086F9900}" srcOrd="0" destOrd="0" presId="urn:microsoft.com/office/officeart/2005/8/layout/hierarchy6"/>
    <dgm:cxn modelId="{B88A25D9-DFA1-E840-BE35-19EB09FED8F4}" type="presParOf" srcId="{5176F92C-AD4C-D345-B791-4DCC9BE918F4}" destId="{87AA92A2-FE12-2D41-A0A2-8AC3FD4B3E74}" srcOrd="1" destOrd="0" presId="urn:microsoft.com/office/officeart/2005/8/layout/hierarchy6"/>
    <dgm:cxn modelId="{16F192A9-3A82-6445-ADF8-4A1290156E8F}" type="presParOf" srcId="{87AA92A2-FE12-2D41-A0A2-8AC3FD4B3E74}" destId="{D7CE85E4-9604-0F43-B44F-AEE5384A7C30}" srcOrd="0" destOrd="0" presId="urn:microsoft.com/office/officeart/2005/8/layout/hierarchy6"/>
    <dgm:cxn modelId="{81985649-E778-1E4D-932F-32B578F93605}" type="presParOf" srcId="{87AA92A2-FE12-2D41-A0A2-8AC3FD4B3E74}" destId="{BC322FD3-2ABE-F948-8AB2-739B2249A11E}" srcOrd="1" destOrd="0" presId="urn:microsoft.com/office/officeart/2005/8/layout/hierarchy6"/>
    <dgm:cxn modelId="{AF350139-CA72-2B4B-96BF-2DA5D3A9A960}" type="presParOf" srcId="{E05DF717-386C-0148-919B-7244205499E0}" destId="{B112EA38-A9CD-EA42-8031-95975E8DF939}" srcOrd="4" destOrd="0" presId="urn:microsoft.com/office/officeart/2005/8/layout/hierarchy6"/>
    <dgm:cxn modelId="{EE6EDA61-0744-7C46-BB7E-3840391C40BB}" type="presParOf" srcId="{E05DF717-386C-0148-919B-7244205499E0}" destId="{8F1B0B26-EA67-774B-89AD-4DCC058556BC}" srcOrd="5" destOrd="0" presId="urn:microsoft.com/office/officeart/2005/8/layout/hierarchy6"/>
    <dgm:cxn modelId="{852024B8-FAF0-3346-AFB8-002BD06A7183}" type="presParOf" srcId="{8F1B0B26-EA67-774B-89AD-4DCC058556BC}" destId="{95F0CF29-0DC0-DD4D-AF03-CC2E2FF1B296}" srcOrd="0" destOrd="0" presId="urn:microsoft.com/office/officeart/2005/8/layout/hierarchy6"/>
    <dgm:cxn modelId="{B3404BA8-BB5A-BC42-91CE-F5E0211DE747}" type="presParOf" srcId="{8F1B0B26-EA67-774B-89AD-4DCC058556BC}" destId="{07FDE1FD-BCCB-044B-9D2A-B5995D0ABA9C}" srcOrd="1" destOrd="0" presId="urn:microsoft.com/office/officeart/2005/8/layout/hierarchy6"/>
    <dgm:cxn modelId="{7AABAA16-225B-A54C-B5BB-74E057DBAA81}" type="presParOf" srcId="{07FDE1FD-BCCB-044B-9D2A-B5995D0ABA9C}" destId="{EAE0486C-B5F4-B44D-8996-33D1EBAE45E9}" srcOrd="0" destOrd="0" presId="urn:microsoft.com/office/officeart/2005/8/layout/hierarchy6"/>
    <dgm:cxn modelId="{E3DBBAB5-265A-8E46-A93B-6776330C2093}" type="presParOf" srcId="{07FDE1FD-BCCB-044B-9D2A-B5995D0ABA9C}" destId="{04C4E952-D7BD-1F44-8C87-E097C7C5EED5}" srcOrd="1" destOrd="0" presId="urn:microsoft.com/office/officeart/2005/8/layout/hierarchy6"/>
    <dgm:cxn modelId="{14B1E737-807E-8647-8F8C-B85B5523B0E2}" type="presParOf" srcId="{04C4E952-D7BD-1F44-8C87-E097C7C5EED5}" destId="{24D62900-D6CC-EC40-A8EF-077ABCA6C645}" srcOrd="0" destOrd="0" presId="urn:microsoft.com/office/officeart/2005/8/layout/hierarchy6"/>
    <dgm:cxn modelId="{FD1E394B-D52B-BE40-A133-E199662103D9}" type="presParOf" srcId="{04C4E952-D7BD-1F44-8C87-E097C7C5EED5}" destId="{17FE4E16-F729-0F4B-AAF8-5482E40EC2C6}" srcOrd="1" destOrd="0" presId="urn:microsoft.com/office/officeart/2005/8/layout/hierarchy6"/>
    <dgm:cxn modelId="{AE645B1E-F4F8-4D4D-9E89-BE47703FEBFE}" type="presParOf" srcId="{E05DF717-386C-0148-919B-7244205499E0}" destId="{EF048270-D8A6-5B45-8CF0-458283DE1BE2}" srcOrd="6" destOrd="0" presId="urn:microsoft.com/office/officeart/2005/8/layout/hierarchy6"/>
    <dgm:cxn modelId="{41359C38-9A34-CC44-9273-3A63A9089C6C}" type="presParOf" srcId="{E05DF717-386C-0148-919B-7244205499E0}" destId="{A5EB6215-1E8A-CF42-A6DC-64EDACA44401}" srcOrd="7" destOrd="0" presId="urn:microsoft.com/office/officeart/2005/8/layout/hierarchy6"/>
    <dgm:cxn modelId="{A800F495-E58A-6643-B893-D21B53F71CE8}" type="presParOf" srcId="{A5EB6215-1E8A-CF42-A6DC-64EDACA44401}" destId="{3D791BE8-28D6-F445-A78B-2581CD704C15}" srcOrd="0" destOrd="0" presId="urn:microsoft.com/office/officeart/2005/8/layout/hierarchy6"/>
    <dgm:cxn modelId="{31226AD9-8EBD-7043-BAC4-7A66A826746F}" type="presParOf" srcId="{A5EB6215-1E8A-CF42-A6DC-64EDACA44401}" destId="{C648EDAF-17B2-5745-A71D-508858E9FF76}" srcOrd="1" destOrd="0" presId="urn:microsoft.com/office/officeart/2005/8/layout/hierarchy6"/>
    <dgm:cxn modelId="{013C22DA-1138-1D48-9AC3-304C2540EC7F}" type="presParOf" srcId="{C648EDAF-17B2-5745-A71D-508858E9FF76}" destId="{E6A13614-409E-7D40-AA6C-F03C0BC21128}" srcOrd="0" destOrd="0" presId="urn:microsoft.com/office/officeart/2005/8/layout/hierarchy6"/>
    <dgm:cxn modelId="{C104E2C8-E693-884E-BB6E-FF99146ADA3D}" type="presParOf" srcId="{C648EDAF-17B2-5745-A71D-508858E9FF76}" destId="{D1247569-71B5-6B48-95F9-06DB4528D8B2}" srcOrd="1" destOrd="0" presId="urn:microsoft.com/office/officeart/2005/8/layout/hierarchy6"/>
    <dgm:cxn modelId="{061DC0DA-3796-134E-A786-94C6BEEAB4F0}" type="presParOf" srcId="{D1247569-71B5-6B48-95F9-06DB4528D8B2}" destId="{95DC344B-9FA7-0848-B3BC-1711D789421E}" srcOrd="0" destOrd="0" presId="urn:microsoft.com/office/officeart/2005/8/layout/hierarchy6"/>
    <dgm:cxn modelId="{B8647CDF-8C91-9D4A-83A2-FCE81265B2A6}" type="presParOf" srcId="{D1247569-71B5-6B48-95F9-06DB4528D8B2}" destId="{D0A1D936-16FA-0542-9EB2-361EA77300C2}" srcOrd="1" destOrd="0" presId="urn:microsoft.com/office/officeart/2005/8/layout/hierarchy6"/>
    <dgm:cxn modelId="{3E0E3F0D-8785-1842-93CD-E7C6B0879569}" type="presParOf" srcId="{E05DF717-386C-0148-919B-7244205499E0}" destId="{F6AF8134-04BE-494F-B5EB-8FA915444B95}" srcOrd="8" destOrd="0" presId="urn:microsoft.com/office/officeart/2005/8/layout/hierarchy6"/>
    <dgm:cxn modelId="{E358B897-FBA1-614F-A528-828E7E031901}" type="presParOf" srcId="{E05DF717-386C-0148-919B-7244205499E0}" destId="{D17FA48A-FBD8-E84F-B751-DAF937AC2553}" srcOrd="9" destOrd="0" presId="urn:microsoft.com/office/officeart/2005/8/layout/hierarchy6"/>
    <dgm:cxn modelId="{19BC4460-519D-1D4B-9A65-446799D59B4F}" type="presParOf" srcId="{D17FA48A-FBD8-E84F-B751-DAF937AC2553}" destId="{EEA31F19-2FCB-2B4A-BAEF-09D14CA03A75}" srcOrd="0" destOrd="0" presId="urn:microsoft.com/office/officeart/2005/8/layout/hierarchy6"/>
    <dgm:cxn modelId="{6F36182F-B8F4-9B4B-A124-B9B5B5638AB3}" type="presParOf" srcId="{D17FA48A-FBD8-E84F-B751-DAF937AC2553}" destId="{44938D27-0E05-A341-8372-D12B0F132E07}" srcOrd="1" destOrd="0" presId="urn:microsoft.com/office/officeart/2005/8/layout/hierarchy6"/>
    <dgm:cxn modelId="{0F4CB338-521E-9A48-A5A4-E6C247FDB508}" type="presParOf" srcId="{44938D27-0E05-A341-8372-D12B0F132E07}" destId="{357E6134-13B4-E841-813A-71331BE1BB16}" srcOrd="0" destOrd="0" presId="urn:microsoft.com/office/officeart/2005/8/layout/hierarchy6"/>
    <dgm:cxn modelId="{3BB007FC-C35C-0B45-A23B-785E161E49FE}" type="presParOf" srcId="{44938D27-0E05-A341-8372-D12B0F132E07}" destId="{660F4252-CB8D-D143-A682-3797DB08955C}" srcOrd="1" destOrd="0" presId="urn:microsoft.com/office/officeart/2005/8/layout/hierarchy6"/>
    <dgm:cxn modelId="{AAE93CCE-C592-F94C-95FE-C5166F3FAB0B}" type="presParOf" srcId="{660F4252-CB8D-D143-A682-3797DB08955C}" destId="{43C439B0-278D-E242-B95C-BB81AB7D7D96}" srcOrd="0" destOrd="0" presId="urn:microsoft.com/office/officeart/2005/8/layout/hierarchy6"/>
    <dgm:cxn modelId="{7699BE3D-73EA-8046-A255-624A09E75F39}" type="presParOf" srcId="{660F4252-CB8D-D143-A682-3797DB08955C}" destId="{F55912FB-080D-D649-AE80-3E381B114027}" srcOrd="1" destOrd="0" presId="urn:microsoft.com/office/officeart/2005/8/layout/hierarchy6"/>
    <dgm:cxn modelId="{BD03D82E-8BF8-1B47-A875-A90F6CF34004}" type="presParOf" srcId="{7E29030A-2D36-D242-A508-2F4A61334542}" destId="{4D22010D-2BA6-1A4A-B5E6-0B5D6FD8BCE8}" srcOrd="1" destOrd="0" presId="urn:microsoft.com/office/officeart/2005/8/layout/hierarchy6"/>
    <dgm:cxn modelId="{57DA0281-E4AE-574B-93E8-608A6058A9C8}" type="presParOf" srcId="{4D22010D-2BA6-1A4A-B5E6-0B5D6FD8BCE8}" destId="{BD071A87-4FD9-CD48-A9E4-8F9B03376821}" srcOrd="0" destOrd="0" presId="urn:microsoft.com/office/officeart/2005/8/layout/hierarchy6"/>
    <dgm:cxn modelId="{A342E45C-FA3B-6B4E-BA0D-8ECC79396670}" type="presParOf" srcId="{BD071A87-4FD9-CD48-A9E4-8F9B03376821}" destId="{8765BCE1-C0D7-0240-A34E-A0B97FEEDF1E}" srcOrd="0" destOrd="0" presId="urn:microsoft.com/office/officeart/2005/8/layout/hierarchy6"/>
    <dgm:cxn modelId="{9F58437F-3481-FB4B-AC54-77010A3235C0}" type="presParOf" srcId="{BD071A87-4FD9-CD48-A9E4-8F9B03376821}" destId="{4AB35ABB-AB1D-5A42-97A8-695C7639DC19}" srcOrd="1" destOrd="0" presId="urn:microsoft.com/office/officeart/2005/8/layout/hierarchy6"/>
    <dgm:cxn modelId="{A39144BA-7C7C-7244-9346-0ABD4E9D9EFD}" type="presParOf" srcId="{4D22010D-2BA6-1A4A-B5E6-0B5D6FD8BCE8}" destId="{33F7E8E1-207D-274A-A123-FE66C5263758}" srcOrd="1" destOrd="0" presId="urn:microsoft.com/office/officeart/2005/8/layout/hierarchy6"/>
    <dgm:cxn modelId="{D19A9729-E49B-7545-AEB3-CF9958B88564}" type="presParOf" srcId="{33F7E8E1-207D-274A-A123-FE66C5263758}" destId="{E71EB2B2-27FE-2240-9744-F7A9500FC577}" srcOrd="0" destOrd="0" presId="urn:microsoft.com/office/officeart/2005/8/layout/hierarchy6"/>
    <dgm:cxn modelId="{908FC284-289D-584B-A7C1-005D347F7B18}" type="presParOf" srcId="{4D22010D-2BA6-1A4A-B5E6-0B5D6FD8BCE8}" destId="{C93E9704-4157-F24A-978E-479CDE2153A7}" srcOrd="2" destOrd="0" presId="urn:microsoft.com/office/officeart/2005/8/layout/hierarchy6"/>
    <dgm:cxn modelId="{71559403-B848-004A-A45C-B0AA2C0BF426}" type="presParOf" srcId="{C93E9704-4157-F24A-978E-479CDE2153A7}" destId="{BF26F8EA-38C4-494D-8212-CD1B9B935F74}" srcOrd="0" destOrd="0" presId="urn:microsoft.com/office/officeart/2005/8/layout/hierarchy6"/>
    <dgm:cxn modelId="{A7F395CE-1B38-2D45-8CF0-B335D07EA58F}" type="presParOf" srcId="{C93E9704-4157-F24A-978E-479CDE2153A7}" destId="{0FD6B1EC-3466-B343-B8CF-A60FD562BD27}" srcOrd="1" destOrd="0" presId="urn:microsoft.com/office/officeart/2005/8/layout/hierarchy6"/>
    <dgm:cxn modelId="{BF86D925-798E-784C-9A00-235E3E38C6EB}" type="presParOf" srcId="{4D22010D-2BA6-1A4A-B5E6-0B5D6FD8BCE8}" destId="{F19FB987-A8A8-374C-8CC2-10EF6E65848D}" srcOrd="3" destOrd="0" presId="urn:microsoft.com/office/officeart/2005/8/layout/hierarchy6"/>
    <dgm:cxn modelId="{F0CF1F79-5417-6647-A709-E34C8AE43A66}" type="presParOf" srcId="{F19FB987-A8A8-374C-8CC2-10EF6E65848D}" destId="{3C65278D-D2D9-4447-8D8D-DB1357A60FF7}" srcOrd="0" destOrd="0" presId="urn:microsoft.com/office/officeart/2005/8/layout/hierarchy6"/>
    <dgm:cxn modelId="{BC9C2262-ED6A-8349-8EA8-5C64705F0CF8}" type="presParOf" srcId="{4D22010D-2BA6-1A4A-B5E6-0B5D6FD8BCE8}" destId="{04DC1A7E-C25A-E64A-AF71-51D417E06020}" srcOrd="4" destOrd="0" presId="urn:microsoft.com/office/officeart/2005/8/layout/hierarchy6"/>
    <dgm:cxn modelId="{98BFC1D3-36BC-D243-96D8-B2A9A2652EAC}" type="presParOf" srcId="{04DC1A7E-C25A-E64A-AF71-51D417E06020}" destId="{2B6509BB-37BD-4140-8BD6-CCC8F6D5DB0E}" srcOrd="0" destOrd="0" presId="urn:microsoft.com/office/officeart/2005/8/layout/hierarchy6"/>
    <dgm:cxn modelId="{44E8E908-8E4B-BB44-9B07-38783EF0C8A0}" type="presParOf" srcId="{04DC1A7E-C25A-E64A-AF71-51D417E06020}" destId="{346A1703-D8A4-D14F-8F84-598883B48CE9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D64B27-399A-6042-BDEC-0C1CF4D36F1C}" type="doc">
      <dgm:prSet loTypeId="urn:microsoft.com/office/officeart/2005/8/layout/hProcess3" loCatId="" qsTypeId="urn:microsoft.com/office/officeart/2005/8/quickstyle/simple1" qsCatId="simple" csTypeId="urn:microsoft.com/office/officeart/2005/8/colors/accent0_2" csCatId="mainScheme" phldr="1"/>
      <dgm:spPr/>
    </dgm:pt>
    <dgm:pt modelId="{96598C84-E449-8C4C-9CBD-4378484546EE}">
      <dgm:prSet phldrT="[テキスト]"/>
      <dgm:spPr/>
      <dgm:t>
        <a:bodyPr/>
        <a:lstStyle/>
        <a:p>
          <a:r>
            <a:rPr kumimoji="1" lang="en-US" altLang="ja-JP"/>
            <a:t>TSV</a:t>
          </a:r>
          <a:endParaRPr kumimoji="1" lang="ja-JP" altLang="en-US"/>
        </a:p>
      </dgm:t>
    </dgm:pt>
    <dgm:pt modelId="{F6B4784B-2E4C-1B45-8D47-A37B71DE10B4}" type="parTrans" cxnId="{026740F8-0E64-A741-A7C1-F2709520E0C5}">
      <dgm:prSet/>
      <dgm:spPr/>
      <dgm:t>
        <a:bodyPr/>
        <a:lstStyle/>
        <a:p>
          <a:endParaRPr kumimoji="1" lang="ja-JP" altLang="en-US"/>
        </a:p>
      </dgm:t>
    </dgm:pt>
    <dgm:pt modelId="{8B9577C4-C198-8448-AFED-8BCE69058B2F}" type="sibTrans" cxnId="{026740F8-0E64-A741-A7C1-F2709520E0C5}">
      <dgm:prSet/>
      <dgm:spPr/>
      <dgm:t>
        <a:bodyPr/>
        <a:lstStyle/>
        <a:p>
          <a:endParaRPr kumimoji="1" lang="ja-JP" altLang="en-US"/>
        </a:p>
      </dgm:t>
    </dgm:pt>
    <dgm:pt modelId="{9029A4DF-0455-CE4B-990D-DA0B9C04CB60}">
      <dgm:prSet phldrT="[テキスト]"/>
      <dgm:spPr/>
      <dgm:t>
        <a:bodyPr/>
        <a:lstStyle/>
        <a:p>
          <a:r>
            <a:rPr kumimoji="1" lang="en-US" altLang="ja-JP"/>
            <a:t>BK</a:t>
          </a:r>
          <a:endParaRPr kumimoji="1" lang="ja-JP" altLang="en-US"/>
        </a:p>
      </dgm:t>
    </dgm:pt>
    <dgm:pt modelId="{B5E1FEDD-532B-8E4E-AA3B-EC111B201B20}" type="parTrans" cxnId="{91CCF645-3DF2-D34E-96C5-B3F7744BF7C9}">
      <dgm:prSet/>
      <dgm:spPr/>
      <dgm:t>
        <a:bodyPr/>
        <a:lstStyle/>
        <a:p>
          <a:endParaRPr kumimoji="1" lang="ja-JP" altLang="en-US"/>
        </a:p>
      </dgm:t>
    </dgm:pt>
    <dgm:pt modelId="{4EEB2C11-6AA1-8A44-8A1B-0872B53C829C}" type="sibTrans" cxnId="{91CCF645-3DF2-D34E-96C5-B3F7744BF7C9}">
      <dgm:prSet/>
      <dgm:spPr/>
      <dgm:t>
        <a:bodyPr/>
        <a:lstStyle/>
        <a:p>
          <a:endParaRPr kumimoji="1" lang="ja-JP" altLang="en-US"/>
        </a:p>
      </dgm:t>
    </dgm:pt>
    <dgm:pt modelId="{CA5488E6-0692-4F43-983A-ACBEC41ED5D8}">
      <dgm:prSet phldrT="[テキスト]"/>
      <dgm:spPr/>
      <dgm:t>
        <a:bodyPr/>
        <a:lstStyle/>
        <a:p>
          <a:r>
            <a:rPr kumimoji="1" lang="en-US" altLang="ja-JP" dirty="0"/>
            <a:t>203</a:t>
          </a:r>
          <a:endParaRPr kumimoji="1" lang="ja-JP" altLang="en-US"/>
        </a:p>
      </dgm:t>
    </dgm:pt>
    <dgm:pt modelId="{78B2DC4D-768F-EA4B-AA32-5A5E5BE1A575}" type="parTrans" cxnId="{95F94278-1FA4-294C-ACF3-518466CC7309}">
      <dgm:prSet/>
      <dgm:spPr/>
      <dgm:t>
        <a:bodyPr/>
        <a:lstStyle/>
        <a:p>
          <a:endParaRPr kumimoji="1" lang="ja-JP" altLang="en-US"/>
        </a:p>
      </dgm:t>
    </dgm:pt>
    <dgm:pt modelId="{4523D116-6EF4-2E4D-A139-63D723FFD4E1}" type="sibTrans" cxnId="{95F94278-1FA4-294C-ACF3-518466CC7309}">
      <dgm:prSet/>
      <dgm:spPr/>
      <dgm:t>
        <a:bodyPr/>
        <a:lstStyle/>
        <a:p>
          <a:endParaRPr kumimoji="1" lang="ja-JP" altLang="en-US"/>
        </a:p>
      </dgm:t>
    </dgm:pt>
    <dgm:pt modelId="{08642A9D-33C2-3A48-8B10-16C84F0ADC61}">
      <dgm:prSet phldrT="[テキスト]"/>
      <dgm:spPr/>
      <dgm:t>
        <a:bodyPr/>
        <a:lstStyle/>
        <a:p>
          <a:r>
            <a:rPr kumimoji="1" lang="ja-JP" altLang="en-US"/>
            <a:t>システム</a:t>
          </a:r>
          <a:br>
            <a:rPr kumimoji="1" lang="en-US" altLang="ja-JP" dirty="0"/>
          </a:br>
          <a:r>
            <a:rPr kumimoji="1" lang="ja-JP" altLang="en-US"/>
            <a:t>識別子</a:t>
          </a:r>
        </a:p>
      </dgm:t>
    </dgm:pt>
    <dgm:pt modelId="{F3652BD7-BA09-5443-BFA4-8D98E24B32B5}" type="parTrans" cxnId="{A4F1279A-A0B4-6A4D-810A-A04A28F25159}">
      <dgm:prSet/>
      <dgm:spPr/>
      <dgm:t>
        <a:bodyPr/>
        <a:lstStyle/>
        <a:p>
          <a:endParaRPr kumimoji="1" lang="ja-JP" altLang="en-US"/>
        </a:p>
      </dgm:t>
    </dgm:pt>
    <dgm:pt modelId="{722982C8-9443-9A43-9179-01B2A3A8D19E}" type="sibTrans" cxnId="{A4F1279A-A0B4-6A4D-810A-A04A28F25159}">
      <dgm:prSet/>
      <dgm:spPr/>
      <dgm:t>
        <a:bodyPr/>
        <a:lstStyle/>
        <a:p>
          <a:endParaRPr kumimoji="1" lang="ja-JP" altLang="en-US"/>
        </a:p>
      </dgm:t>
    </dgm:pt>
    <dgm:pt modelId="{C3620AD3-63BB-8340-BDD1-8E134EDF006E}">
      <dgm:prSet phldrT="[テキスト]"/>
      <dgm:spPr/>
      <dgm:t>
        <a:bodyPr/>
        <a:lstStyle/>
        <a:p>
          <a:r>
            <a:rPr kumimoji="1" lang="ja-JP" altLang="en-US"/>
            <a:t>オブジェクト区分記号</a:t>
          </a:r>
        </a:p>
      </dgm:t>
    </dgm:pt>
    <dgm:pt modelId="{50D4A07C-45C4-5B47-824C-8415F044E73F}" type="parTrans" cxnId="{82758D4B-BF0C-C44E-8847-B18433437697}">
      <dgm:prSet/>
      <dgm:spPr/>
      <dgm:t>
        <a:bodyPr/>
        <a:lstStyle/>
        <a:p>
          <a:endParaRPr kumimoji="1" lang="ja-JP" altLang="en-US"/>
        </a:p>
      </dgm:t>
    </dgm:pt>
    <dgm:pt modelId="{CB5F3871-53EF-7547-B2AC-F9059081038D}" type="sibTrans" cxnId="{82758D4B-BF0C-C44E-8847-B18433437697}">
      <dgm:prSet/>
      <dgm:spPr/>
      <dgm:t>
        <a:bodyPr/>
        <a:lstStyle/>
        <a:p>
          <a:endParaRPr kumimoji="1" lang="ja-JP" altLang="en-US"/>
        </a:p>
      </dgm:t>
    </dgm:pt>
    <dgm:pt modelId="{4DE7A279-4B44-1749-93B4-DDC4E18F1B7D}">
      <dgm:prSet phldrT="[テキスト]"/>
      <dgm:spPr/>
      <dgm:t>
        <a:bodyPr/>
        <a:lstStyle/>
        <a:p>
          <a:r>
            <a:rPr kumimoji="1" lang="ja-JP" altLang="en-US"/>
            <a:t>オブジェクト区分コード</a:t>
          </a:r>
        </a:p>
      </dgm:t>
    </dgm:pt>
    <dgm:pt modelId="{ECEF507D-68AB-9E4D-B009-28AA51925C1A}" type="parTrans" cxnId="{61D57391-A832-3242-BA9A-06136DF17409}">
      <dgm:prSet/>
      <dgm:spPr/>
      <dgm:t>
        <a:bodyPr/>
        <a:lstStyle/>
        <a:p>
          <a:endParaRPr kumimoji="1" lang="ja-JP" altLang="en-US"/>
        </a:p>
      </dgm:t>
    </dgm:pt>
    <dgm:pt modelId="{1F078450-52BB-E649-AE15-DF7E4C51D128}" type="sibTrans" cxnId="{61D57391-A832-3242-BA9A-06136DF17409}">
      <dgm:prSet/>
      <dgm:spPr/>
      <dgm:t>
        <a:bodyPr/>
        <a:lstStyle/>
        <a:p>
          <a:endParaRPr kumimoji="1" lang="ja-JP" altLang="en-US"/>
        </a:p>
      </dgm:t>
    </dgm:pt>
    <dgm:pt modelId="{8CAE4C32-BAF5-7141-A0BE-90D787A23F5A}">
      <dgm:prSet phldrT="[テキスト]"/>
      <dgm:spPr/>
      <dgm:t>
        <a:bodyPr/>
        <a:lstStyle/>
        <a:p>
          <a:r>
            <a:rPr kumimoji="1" lang="en-US" altLang="ja-JP"/>
            <a:t>000000000</a:t>
          </a:r>
          <a:endParaRPr kumimoji="1" lang="ja-JP" altLang="en-US"/>
        </a:p>
      </dgm:t>
    </dgm:pt>
    <dgm:pt modelId="{4BE94DEB-A409-154A-B5CC-426E0BE20C0B}" type="parTrans" cxnId="{3F604608-ED3D-6543-AC0C-D65358F6A0EF}">
      <dgm:prSet/>
      <dgm:spPr/>
      <dgm:t>
        <a:bodyPr/>
        <a:lstStyle/>
        <a:p>
          <a:endParaRPr kumimoji="1" lang="ja-JP" altLang="en-US"/>
        </a:p>
      </dgm:t>
    </dgm:pt>
    <dgm:pt modelId="{C8660E65-7A7A-8B4D-9546-F9C245445CED}" type="sibTrans" cxnId="{3F604608-ED3D-6543-AC0C-D65358F6A0EF}">
      <dgm:prSet/>
      <dgm:spPr/>
      <dgm:t>
        <a:bodyPr/>
        <a:lstStyle/>
        <a:p>
          <a:endParaRPr kumimoji="1" lang="ja-JP" altLang="en-US"/>
        </a:p>
      </dgm:t>
    </dgm:pt>
    <dgm:pt modelId="{8D9717C8-241D-254A-9429-CB7323FC64B1}">
      <dgm:prSet phldrT="[テキスト]"/>
      <dgm:spPr/>
      <dgm:t>
        <a:bodyPr/>
        <a:lstStyle/>
        <a:p>
          <a:r>
            <a:rPr kumimoji="1" lang="ja-JP" altLang="en-US"/>
            <a:t>固有番号</a:t>
          </a:r>
        </a:p>
      </dgm:t>
    </dgm:pt>
    <dgm:pt modelId="{5139DBD3-31FC-6C4A-8AA8-328222DAA7D6}" type="parTrans" cxnId="{850D3FFC-0D4C-1145-B967-C4C02713ED68}">
      <dgm:prSet/>
      <dgm:spPr/>
      <dgm:t>
        <a:bodyPr/>
        <a:lstStyle/>
        <a:p>
          <a:endParaRPr kumimoji="1" lang="ja-JP" altLang="en-US"/>
        </a:p>
      </dgm:t>
    </dgm:pt>
    <dgm:pt modelId="{870EC921-B3DF-5F4A-B983-3480EC88940A}" type="sibTrans" cxnId="{850D3FFC-0D4C-1145-B967-C4C02713ED68}">
      <dgm:prSet/>
      <dgm:spPr/>
      <dgm:t>
        <a:bodyPr/>
        <a:lstStyle/>
        <a:p>
          <a:endParaRPr kumimoji="1" lang="ja-JP" altLang="en-US"/>
        </a:p>
      </dgm:t>
    </dgm:pt>
    <dgm:pt modelId="{96C1BE80-D362-814D-A204-E4946CCFCF20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/>
        </a:p>
      </dgm:t>
    </dgm:pt>
    <dgm:pt modelId="{7514DFA4-2F61-6C49-952B-B38FF489A681}" type="parTrans" cxnId="{17DF3EC8-B7B5-9145-88AE-13C4645CCBA5}">
      <dgm:prSet/>
      <dgm:spPr/>
      <dgm:t>
        <a:bodyPr/>
        <a:lstStyle/>
        <a:p>
          <a:endParaRPr kumimoji="1" lang="ja-JP" altLang="en-US"/>
        </a:p>
      </dgm:t>
    </dgm:pt>
    <dgm:pt modelId="{E7554825-6C67-454E-94CB-580717CAFDA9}" type="sibTrans" cxnId="{17DF3EC8-B7B5-9145-88AE-13C4645CCBA5}">
      <dgm:prSet/>
      <dgm:spPr/>
      <dgm:t>
        <a:bodyPr/>
        <a:lstStyle/>
        <a:p>
          <a:endParaRPr kumimoji="1" lang="ja-JP" altLang="en-US"/>
        </a:p>
      </dgm:t>
    </dgm:pt>
    <dgm:pt modelId="{BCA5E4C6-3AC0-8E40-9AEF-5785C95CA9B0}">
      <dgm:prSet phldrT="[テキスト]"/>
      <dgm:spPr/>
      <dgm:t>
        <a:bodyPr/>
        <a:lstStyle/>
        <a:p>
          <a:r>
            <a:rPr kumimoji="1" lang="ja-JP" altLang="en-US"/>
            <a:t>チェック</a:t>
          </a:r>
          <a:br>
            <a:rPr kumimoji="1" lang="en-US" altLang="ja-JP" dirty="0"/>
          </a:br>
          <a:r>
            <a:rPr kumimoji="1" lang="ja-JP" altLang="en-US"/>
            <a:t>コード</a:t>
          </a:r>
        </a:p>
      </dgm:t>
    </dgm:pt>
    <dgm:pt modelId="{8B5CBEDD-2737-9B4C-B0E8-4606B9B88939}" type="parTrans" cxnId="{5493BA97-F275-E34C-B6D0-57C7866B6BF5}">
      <dgm:prSet/>
      <dgm:spPr/>
      <dgm:t>
        <a:bodyPr/>
        <a:lstStyle/>
        <a:p>
          <a:endParaRPr kumimoji="1" lang="ja-JP" altLang="en-US"/>
        </a:p>
      </dgm:t>
    </dgm:pt>
    <dgm:pt modelId="{9786E799-B520-A443-A010-A62515749463}" type="sibTrans" cxnId="{5493BA97-F275-E34C-B6D0-57C7866B6BF5}">
      <dgm:prSet/>
      <dgm:spPr/>
      <dgm:t>
        <a:bodyPr/>
        <a:lstStyle/>
        <a:p>
          <a:endParaRPr kumimoji="1" lang="ja-JP" altLang="en-US"/>
        </a:p>
      </dgm:t>
    </dgm:pt>
    <dgm:pt modelId="{9EAB9B7C-EDE4-8446-BE9F-C679EDF36D48}" type="pres">
      <dgm:prSet presAssocID="{E7D64B27-399A-6042-BDEC-0C1CF4D36F1C}" presName="Name0" presStyleCnt="0">
        <dgm:presLayoutVars>
          <dgm:dir/>
          <dgm:animLvl val="lvl"/>
          <dgm:resizeHandles val="exact"/>
        </dgm:presLayoutVars>
      </dgm:prSet>
      <dgm:spPr/>
    </dgm:pt>
    <dgm:pt modelId="{11D7EF03-1108-474E-8A2C-9205328A78CC}" type="pres">
      <dgm:prSet presAssocID="{E7D64B27-399A-6042-BDEC-0C1CF4D36F1C}" presName="dummy" presStyleCnt="0"/>
      <dgm:spPr/>
    </dgm:pt>
    <dgm:pt modelId="{7EED504E-90B7-F74D-BD04-4677BCCF6D5E}" type="pres">
      <dgm:prSet presAssocID="{E7D64B27-399A-6042-BDEC-0C1CF4D36F1C}" presName="linH" presStyleCnt="0"/>
      <dgm:spPr/>
    </dgm:pt>
    <dgm:pt modelId="{09F32EA6-75A9-C446-98F4-6245E946B9AB}" type="pres">
      <dgm:prSet presAssocID="{E7D64B27-399A-6042-BDEC-0C1CF4D36F1C}" presName="padding1" presStyleCnt="0"/>
      <dgm:spPr/>
    </dgm:pt>
    <dgm:pt modelId="{BC4BA432-628D-CF49-A047-BD074F192911}" type="pres">
      <dgm:prSet presAssocID="{96598C84-E449-8C4C-9CBD-4378484546EE}" presName="linV" presStyleCnt="0"/>
      <dgm:spPr/>
    </dgm:pt>
    <dgm:pt modelId="{6B23664D-6BD2-A84E-B878-C8718AC7A565}" type="pres">
      <dgm:prSet presAssocID="{96598C84-E449-8C4C-9CBD-4378484546EE}" presName="spVertical1" presStyleCnt="0"/>
      <dgm:spPr/>
    </dgm:pt>
    <dgm:pt modelId="{D93DDFB8-A01F-3346-AA2B-D71E94D68BEB}" type="pres">
      <dgm:prSet presAssocID="{96598C84-E449-8C4C-9CBD-4378484546EE}" presName="parTx" presStyleLbl="revTx" presStyleIdx="0" presStyleCnt="10">
        <dgm:presLayoutVars>
          <dgm:chMax val="0"/>
          <dgm:chPref val="0"/>
          <dgm:bulletEnabled val="1"/>
        </dgm:presLayoutVars>
      </dgm:prSet>
      <dgm:spPr/>
    </dgm:pt>
    <dgm:pt modelId="{3ACCE193-D51F-CC40-9BBC-86555F51C1B8}" type="pres">
      <dgm:prSet presAssocID="{96598C84-E449-8C4C-9CBD-4378484546EE}" presName="spVertical2" presStyleCnt="0"/>
      <dgm:spPr/>
    </dgm:pt>
    <dgm:pt modelId="{C2E6CB18-8C1B-E04B-BB80-9452F550DFCA}" type="pres">
      <dgm:prSet presAssocID="{96598C84-E449-8C4C-9CBD-4378484546EE}" presName="spVertical3" presStyleCnt="0"/>
      <dgm:spPr/>
    </dgm:pt>
    <dgm:pt modelId="{562011E7-6B5F-AD4D-9571-FC9B9CC5F3D9}" type="pres">
      <dgm:prSet presAssocID="{96598C84-E449-8C4C-9CBD-4378484546EE}" presName="desTx" presStyleLbl="revTx" presStyleIdx="1" presStyleCnt="10">
        <dgm:presLayoutVars>
          <dgm:bulletEnabled val="1"/>
        </dgm:presLayoutVars>
      </dgm:prSet>
      <dgm:spPr/>
    </dgm:pt>
    <dgm:pt modelId="{24BEEB93-438D-5541-BB9A-9C5BEF7896BD}" type="pres">
      <dgm:prSet presAssocID="{8B9577C4-C198-8448-AFED-8BCE69058B2F}" presName="space" presStyleCnt="0"/>
      <dgm:spPr/>
    </dgm:pt>
    <dgm:pt modelId="{723B7C84-D58E-8548-8281-FF5899ABC4AF}" type="pres">
      <dgm:prSet presAssocID="{9029A4DF-0455-CE4B-990D-DA0B9C04CB60}" presName="linV" presStyleCnt="0"/>
      <dgm:spPr/>
    </dgm:pt>
    <dgm:pt modelId="{9C0DFAA4-56FC-E244-AF26-B4565E7D63AE}" type="pres">
      <dgm:prSet presAssocID="{9029A4DF-0455-CE4B-990D-DA0B9C04CB60}" presName="spVertical1" presStyleCnt="0"/>
      <dgm:spPr/>
    </dgm:pt>
    <dgm:pt modelId="{4A309934-206E-AF47-B32E-A0064F1B8D53}" type="pres">
      <dgm:prSet presAssocID="{9029A4DF-0455-CE4B-990D-DA0B9C04CB60}" presName="parTx" presStyleLbl="revTx" presStyleIdx="2" presStyleCnt="10">
        <dgm:presLayoutVars>
          <dgm:chMax val="0"/>
          <dgm:chPref val="0"/>
          <dgm:bulletEnabled val="1"/>
        </dgm:presLayoutVars>
      </dgm:prSet>
      <dgm:spPr/>
    </dgm:pt>
    <dgm:pt modelId="{BC5EC866-81F6-324B-9C1F-27B8FEA0538D}" type="pres">
      <dgm:prSet presAssocID="{9029A4DF-0455-CE4B-990D-DA0B9C04CB60}" presName="spVertical2" presStyleCnt="0"/>
      <dgm:spPr/>
    </dgm:pt>
    <dgm:pt modelId="{7B035785-DCAF-7C41-BDB5-2A0F4E8747D8}" type="pres">
      <dgm:prSet presAssocID="{9029A4DF-0455-CE4B-990D-DA0B9C04CB60}" presName="spVertical3" presStyleCnt="0"/>
      <dgm:spPr/>
    </dgm:pt>
    <dgm:pt modelId="{9946073A-1B51-A545-B83D-FFE86FB59C34}" type="pres">
      <dgm:prSet presAssocID="{9029A4DF-0455-CE4B-990D-DA0B9C04CB60}" presName="desTx" presStyleLbl="revTx" presStyleIdx="3" presStyleCnt="10">
        <dgm:presLayoutVars>
          <dgm:bulletEnabled val="1"/>
        </dgm:presLayoutVars>
      </dgm:prSet>
      <dgm:spPr/>
    </dgm:pt>
    <dgm:pt modelId="{71E78F25-CEB7-C742-A852-8356D7F50132}" type="pres">
      <dgm:prSet presAssocID="{4EEB2C11-6AA1-8A44-8A1B-0872B53C829C}" presName="space" presStyleCnt="0"/>
      <dgm:spPr/>
    </dgm:pt>
    <dgm:pt modelId="{35499958-41D7-3D4F-A1D9-09358C7CCC8D}" type="pres">
      <dgm:prSet presAssocID="{CA5488E6-0692-4F43-983A-ACBEC41ED5D8}" presName="linV" presStyleCnt="0"/>
      <dgm:spPr/>
    </dgm:pt>
    <dgm:pt modelId="{471DFF6A-EA26-4243-9C5E-1BD6A482C43D}" type="pres">
      <dgm:prSet presAssocID="{CA5488E6-0692-4F43-983A-ACBEC41ED5D8}" presName="spVertical1" presStyleCnt="0"/>
      <dgm:spPr/>
    </dgm:pt>
    <dgm:pt modelId="{3B0CBC77-BF20-724C-8446-42D7A875F810}" type="pres">
      <dgm:prSet presAssocID="{CA5488E6-0692-4F43-983A-ACBEC41ED5D8}" presName="parTx" presStyleLbl="revTx" presStyleIdx="4" presStyleCnt="10">
        <dgm:presLayoutVars>
          <dgm:chMax val="0"/>
          <dgm:chPref val="0"/>
          <dgm:bulletEnabled val="1"/>
        </dgm:presLayoutVars>
      </dgm:prSet>
      <dgm:spPr/>
    </dgm:pt>
    <dgm:pt modelId="{EC3C6B62-A061-9940-9DE5-8E170228C542}" type="pres">
      <dgm:prSet presAssocID="{CA5488E6-0692-4F43-983A-ACBEC41ED5D8}" presName="spVertical2" presStyleCnt="0"/>
      <dgm:spPr/>
    </dgm:pt>
    <dgm:pt modelId="{6E6F3792-E325-924F-9C73-8340F0A3D2AB}" type="pres">
      <dgm:prSet presAssocID="{CA5488E6-0692-4F43-983A-ACBEC41ED5D8}" presName="spVertical3" presStyleCnt="0"/>
      <dgm:spPr/>
    </dgm:pt>
    <dgm:pt modelId="{F4D73FE8-0B4C-E247-8265-CC841A114C84}" type="pres">
      <dgm:prSet presAssocID="{CA5488E6-0692-4F43-983A-ACBEC41ED5D8}" presName="desTx" presStyleLbl="revTx" presStyleIdx="5" presStyleCnt="10">
        <dgm:presLayoutVars>
          <dgm:bulletEnabled val="1"/>
        </dgm:presLayoutVars>
      </dgm:prSet>
      <dgm:spPr/>
    </dgm:pt>
    <dgm:pt modelId="{0B58A48D-590B-3D47-92E0-9F0DC82C063B}" type="pres">
      <dgm:prSet presAssocID="{4523D116-6EF4-2E4D-A139-63D723FFD4E1}" presName="space" presStyleCnt="0"/>
      <dgm:spPr/>
    </dgm:pt>
    <dgm:pt modelId="{0888F8AA-D4EB-A94A-9FD9-E97467BE60EC}" type="pres">
      <dgm:prSet presAssocID="{8CAE4C32-BAF5-7141-A0BE-90D787A23F5A}" presName="linV" presStyleCnt="0"/>
      <dgm:spPr/>
    </dgm:pt>
    <dgm:pt modelId="{4143D36B-39E3-2840-A111-C30F0AC1054E}" type="pres">
      <dgm:prSet presAssocID="{8CAE4C32-BAF5-7141-A0BE-90D787A23F5A}" presName="spVertical1" presStyleCnt="0"/>
      <dgm:spPr/>
    </dgm:pt>
    <dgm:pt modelId="{8F8B1234-C967-F143-B957-8419900BB2CD}" type="pres">
      <dgm:prSet presAssocID="{8CAE4C32-BAF5-7141-A0BE-90D787A23F5A}" presName="parTx" presStyleLbl="revTx" presStyleIdx="6" presStyleCnt="10">
        <dgm:presLayoutVars>
          <dgm:chMax val="0"/>
          <dgm:chPref val="0"/>
          <dgm:bulletEnabled val="1"/>
        </dgm:presLayoutVars>
      </dgm:prSet>
      <dgm:spPr/>
    </dgm:pt>
    <dgm:pt modelId="{4524BA00-A29A-2141-B0C6-CD45EDE12018}" type="pres">
      <dgm:prSet presAssocID="{8CAE4C32-BAF5-7141-A0BE-90D787A23F5A}" presName="spVertical2" presStyleCnt="0"/>
      <dgm:spPr/>
    </dgm:pt>
    <dgm:pt modelId="{EE99272D-886B-4547-83DC-633F210E8C83}" type="pres">
      <dgm:prSet presAssocID="{8CAE4C32-BAF5-7141-A0BE-90D787A23F5A}" presName="spVertical3" presStyleCnt="0"/>
      <dgm:spPr/>
    </dgm:pt>
    <dgm:pt modelId="{6BC175BC-1D24-4148-9888-5059100A66AA}" type="pres">
      <dgm:prSet presAssocID="{8CAE4C32-BAF5-7141-A0BE-90D787A23F5A}" presName="desTx" presStyleLbl="revTx" presStyleIdx="7" presStyleCnt="10">
        <dgm:presLayoutVars>
          <dgm:bulletEnabled val="1"/>
        </dgm:presLayoutVars>
      </dgm:prSet>
      <dgm:spPr/>
    </dgm:pt>
    <dgm:pt modelId="{AC5CEEAA-831E-0F42-A415-188E2C3E0EC4}" type="pres">
      <dgm:prSet presAssocID="{C8660E65-7A7A-8B4D-9546-F9C245445CED}" presName="space" presStyleCnt="0"/>
      <dgm:spPr/>
    </dgm:pt>
    <dgm:pt modelId="{3F046277-9E59-FD41-9B4C-F8C427EC563A}" type="pres">
      <dgm:prSet presAssocID="{96C1BE80-D362-814D-A204-E4946CCFCF20}" presName="linV" presStyleCnt="0"/>
      <dgm:spPr/>
    </dgm:pt>
    <dgm:pt modelId="{C0BEF48F-BFC1-BF40-B19D-5BFD04E059C4}" type="pres">
      <dgm:prSet presAssocID="{96C1BE80-D362-814D-A204-E4946CCFCF20}" presName="spVertical1" presStyleCnt="0"/>
      <dgm:spPr/>
    </dgm:pt>
    <dgm:pt modelId="{5913F795-0BB5-B347-B8F4-C416D03395B0}" type="pres">
      <dgm:prSet presAssocID="{96C1BE80-D362-814D-A204-E4946CCFCF20}" presName="parTx" presStyleLbl="revTx" presStyleIdx="8" presStyleCnt="10">
        <dgm:presLayoutVars>
          <dgm:chMax val="0"/>
          <dgm:chPref val="0"/>
          <dgm:bulletEnabled val="1"/>
        </dgm:presLayoutVars>
      </dgm:prSet>
      <dgm:spPr/>
    </dgm:pt>
    <dgm:pt modelId="{3F726808-D852-7940-8A40-AE5129FBBB0D}" type="pres">
      <dgm:prSet presAssocID="{96C1BE80-D362-814D-A204-E4946CCFCF20}" presName="spVertical2" presStyleCnt="0"/>
      <dgm:spPr/>
    </dgm:pt>
    <dgm:pt modelId="{79E50574-DBC3-0F46-9BA2-AD6956E8F767}" type="pres">
      <dgm:prSet presAssocID="{96C1BE80-D362-814D-A204-E4946CCFCF20}" presName="spVertical3" presStyleCnt="0"/>
      <dgm:spPr/>
    </dgm:pt>
    <dgm:pt modelId="{3B10BFB1-C7B6-4748-99B9-DAE94BEF5358}" type="pres">
      <dgm:prSet presAssocID="{96C1BE80-D362-814D-A204-E4946CCFCF20}" presName="desTx" presStyleLbl="revTx" presStyleIdx="9" presStyleCnt="10">
        <dgm:presLayoutVars>
          <dgm:bulletEnabled val="1"/>
        </dgm:presLayoutVars>
      </dgm:prSet>
      <dgm:spPr/>
    </dgm:pt>
    <dgm:pt modelId="{6E9BA3A2-F310-AD4A-9004-6B5311B448F0}" type="pres">
      <dgm:prSet presAssocID="{E7D64B27-399A-6042-BDEC-0C1CF4D36F1C}" presName="padding2" presStyleCnt="0"/>
      <dgm:spPr/>
    </dgm:pt>
    <dgm:pt modelId="{945C9818-A65A-564A-8192-1E46801C920A}" type="pres">
      <dgm:prSet presAssocID="{E7D64B27-399A-6042-BDEC-0C1CF4D36F1C}" presName="negArrow" presStyleCnt="0"/>
      <dgm:spPr/>
    </dgm:pt>
    <dgm:pt modelId="{EE87DCC7-5997-A947-81EA-B1E07C0E5D4F}" type="pres">
      <dgm:prSet presAssocID="{E7D64B27-399A-6042-BDEC-0C1CF4D36F1C}" presName="backgroundArrow" presStyleLbl="node1" presStyleIdx="0" presStyleCnt="1"/>
      <dgm:spPr/>
    </dgm:pt>
  </dgm:ptLst>
  <dgm:cxnLst>
    <dgm:cxn modelId="{3F604608-ED3D-6543-AC0C-D65358F6A0EF}" srcId="{E7D64B27-399A-6042-BDEC-0C1CF4D36F1C}" destId="{8CAE4C32-BAF5-7141-A0BE-90D787A23F5A}" srcOrd="3" destOrd="0" parTransId="{4BE94DEB-A409-154A-B5CC-426E0BE20C0B}" sibTransId="{C8660E65-7A7A-8B4D-9546-F9C245445CED}"/>
    <dgm:cxn modelId="{D2679C14-E09E-C94A-B1A5-5AA799FE2F39}" type="presOf" srcId="{08642A9D-33C2-3A48-8B10-16C84F0ADC61}" destId="{562011E7-6B5F-AD4D-9571-FC9B9CC5F3D9}" srcOrd="0" destOrd="0" presId="urn:microsoft.com/office/officeart/2005/8/layout/hProcess3"/>
    <dgm:cxn modelId="{895D3816-563A-A940-A6A9-664EA735E245}" type="presOf" srcId="{C3620AD3-63BB-8340-BDD1-8E134EDF006E}" destId="{9946073A-1B51-A545-B83D-FFE86FB59C34}" srcOrd="0" destOrd="0" presId="urn:microsoft.com/office/officeart/2005/8/layout/hProcess3"/>
    <dgm:cxn modelId="{FA2C9841-DD34-0E43-8666-3BED1856338F}" type="presOf" srcId="{CA5488E6-0692-4F43-983A-ACBEC41ED5D8}" destId="{3B0CBC77-BF20-724C-8446-42D7A875F810}" srcOrd="0" destOrd="0" presId="urn:microsoft.com/office/officeart/2005/8/layout/hProcess3"/>
    <dgm:cxn modelId="{91CCF645-3DF2-D34E-96C5-B3F7744BF7C9}" srcId="{E7D64B27-399A-6042-BDEC-0C1CF4D36F1C}" destId="{9029A4DF-0455-CE4B-990D-DA0B9C04CB60}" srcOrd="1" destOrd="0" parTransId="{B5E1FEDD-532B-8E4E-AA3B-EC111B201B20}" sibTransId="{4EEB2C11-6AA1-8A44-8A1B-0872B53C829C}"/>
    <dgm:cxn modelId="{82758D4B-BF0C-C44E-8847-B18433437697}" srcId="{9029A4DF-0455-CE4B-990D-DA0B9C04CB60}" destId="{C3620AD3-63BB-8340-BDD1-8E134EDF006E}" srcOrd="0" destOrd="0" parTransId="{50D4A07C-45C4-5B47-824C-8415F044E73F}" sibTransId="{CB5F3871-53EF-7547-B2AC-F9059081038D}"/>
    <dgm:cxn modelId="{76EFAC64-FE80-4C46-ADE5-0F250EF6B96F}" type="presOf" srcId="{96598C84-E449-8C4C-9CBD-4378484546EE}" destId="{D93DDFB8-A01F-3346-AA2B-D71E94D68BEB}" srcOrd="0" destOrd="0" presId="urn:microsoft.com/office/officeart/2005/8/layout/hProcess3"/>
    <dgm:cxn modelId="{65448373-7E5F-6E4E-9CE9-F314ACCEE5CD}" type="presOf" srcId="{8D9717C8-241D-254A-9429-CB7323FC64B1}" destId="{6BC175BC-1D24-4148-9888-5059100A66AA}" srcOrd="0" destOrd="0" presId="urn:microsoft.com/office/officeart/2005/8/layout/hProcess3"/>
    <dgm:cxn modelId="{95F94278-1FA4-294C-ACF3-518466CC7309}" srcId="{E7D64B27-399A-6042-BDEC-0C1CF4D36F1C}" destId="{CA5488E6-0692-4F43-983A-ACBEC41ED5D8}" srcOrd="2" destOrd="0" parTransId="{78B2DC4D-768F-EA4B-AA32-5A5E5BE1A575}" sibTransId="{4523D116-6EF4-2E4D-A139-63D723FFD4E1}"/>
    <dgm:cxn modelId="{81AC1E7E-132F-994D-8497-B3B166991771}" type="presOf" srcId="{8CAE4C32-BAF5-7141-A0BE-90D787A23F5A}" destId="{8F8B1234-C967-F143-B957-8419900BB2CD}" srcOrd="0" destOrd="0" presId="urn:microsoft.com/office/officeart/2005/8/layout/hProcess3"/>
    <dgm:cxn modelId="{C74E4C88-329F-9F4E-B3A9-65AD8A2B3F5E}" type="presOf" srcId="{96C1BE80-D362-814D-A204-E4946CCFCF20}" destId="{5913F795-0BB5-B347-B8F4-C416D03395B0}" srcOrd="0" destOrd="0" presId="urn:microsoft.com/office/officeart/2005/8/layout/hProcess3"/>
    <dgm:cxn modelId="{61D57391-A832-3242-BA9A-06136DF17409}" srcId="{CA5488E6-0692-4F43-983A-ACBEC41ED5D8}" destId="{4DE7A279-4B44-1749-93B4-DDC4E18F1B7D}" srcOrd="0" destOrd="0" parTransId="{ECEF507D-68AB-9E4D-B009-28AA51925C1A}" sibTransId="{1F078450-52BB-E649-AE15-DF7E4C51D128}"/>
    <dgm:cxn modelId="{5493BA97-F275-E34C-B6D0-57C7866B6BF5}" srcId="{96C1BE80-D362-814D-A204-E4946CCFCF20}" destId="{BCA5E4C6-3AC0-8E40-9AEF-5785C95CA9B0}" srcOrd="0" destOrd="0" parTransId="{8B5CBEDD-2737-9B4C-B0E8-4606B9B88939}" sibTransId="{9786E799-B520-A443-A010-A62515749463}"/>
    <dgm:cxn modelId="{A4F1279A-A0B4-6A4D-810A-A04A28F25159}" srcId="{96598C84-E449-8C4C-9CBD-4378484546EE}" destId="{08642A9D-33C2-3A48-8B10-16C84F0ADC61}" srcOrd="0" destOrd="0" parTransId="{F3652BD7-BA09-5443-BFA4-8D98E24B32B5}" sibTransId="{722982C8-9443-9A43-9179-01B2A3A8D19E}"/>
    <dgm:cxn modelId="{4C978DA6-EBCB-ED44-AA40-8763D9806C95}" type="presOf" srcId="{9029A4DF-0455-CE4B-990D-DA0B9C04CB60}" destId="{4A309934-206E-AF47-B32E-A0064F1B8D53}" srcOrd="0" destOrd="0" presId="urn:microsoft.com/office/officeart/2005/8/layout/hProcess3"/>
    <dgm:cxn modelId="{17DF3EC8-B7B5-9145-88AE-13C4645CCBA5}" srcId="{E7D64B27-399A-6042-BDEC-0C1CF4D36F1C}" destId="{96C1BE80-D362-814D-A204-E4946CCFCF20}" srcOrd="4" destOrd="0" parTransId="{7514DFA4-2F61-6C49-952B-B38FF489A681}" sibTransId="{E7554825-6C67-454E-94CB-580717CAFDA9}"/>
    <dgm:cxn modelId="{5D9715D0-5ABD-5643-9DFC-C951EDBF8D93}" type="presOf" srcId="{E7D64B27-399A-6042-BDEC-0C1CF4D36F1C}" destId="{9EAB9B7C-EDE4-8446-BE9F-C679EDF36D48}" srcOrd="0" destOrd="0" presId="urn:microsoft.com/office/officeart/2005/8/layout/hProcess3"/>
    <dgm:cxn modelId="{ACFAF1E0-A67B-E047-9F2D-3CB8F78FEBD1}" type="presOf" srcId="{4DE7A279-4B44-1749-93B4-DDC4E18F1B7D}" destId="{F4D73FE8-0B4C-E247-8265-CC841A114C84}" srcOrd="0" destOrd="0" presId="urn:microsoft.com/office/officeart/2005/8/layout/hProcess3"/>
    <dgm:cxn modelId="{026740F8-0E64-A741-A7C1-F2709520E0C5}" srcId="{E7D64B27-399A-6042-BDEC-0C1CF4D36F1C}" destId="{96598C84-E449-8C4C-9CBD-4378484546EE}" srcOrd="0" destOrd="0" parTransId="{F6B4784B-2E4C-1B45-8D47-A37B71DE10B4}" sibTransId="{8B9577C4-C198-8448-AFED-8BCE69058B2F}"/>
    <dgm:cxn modelId="{1D0644FB-7A31-7041-BC2F-37352EDEFB1C}" type="presOf" srcId="{BCA5E4C6-3AC0-8E40-9AEF-5785C95CA9B0}" destId="{3B10BFB1-C7B6-4748-99B9-DAE94BEF5358}" srcOrd="0" destOrd="0" presId="urn:microsoft.com/office/officeart/2005/8/layout/hProcess3"/>
    <dgm:cxn modelId="{850D3FFC-0D4C-1145-B967-C4C02713ED68}" srcId="{8CAE4C32-BAF5-7141-A0BE-90D787A23F5A}" destId="{8D9717C8-241D-254A-9429-CB7323FC64B1}" srcOrd="0" destOrd="0" parTransId="{5139DBD3-31FC-6C4A-8AA8-328222DAA7D6}" sibTransId="{870EC921-B3DF-5F4A-B983-3480EC88940A}"/>
    <dgm:cxn modelId="{1DD6F8D1-7167-8344-BFC2-A22A8572CC3E}" type="presParOf" srcId="{9EAB9B7C-EDE4-8446-BE9F-C679EDF36D48}" destId="{11D7EF03-1108-474E-8A2C-9205328A78CC}" srcOrd="0" destOrd="0" presId="urn:microsoft.com/office/officeart/2005/8/layout/hProcess3"/>
    <dgm:cxn modelId="{4FBEDCBD-87F9-564F-A43A-E77BBD835357}" type="presParOf" srcId="{9EAB9B7C-EDE4-8446-BE9F-C679EDF36D48}" destId="{7EED504E-90B7-F74D-BD04-4677BCCF6D5E}" srcOrd="1" destOrd="0" presId="urn:microsoft.com/office/officeart/2005/8/layout/hProcess3"/>
    <dgm:cxn modelId="{FF416101-445B-2E4E-B76F-DC909A32A418}" type="presParOf" srcId="{7EED504E-90B7-F74D-BD04-4677BCCF6D5E}" destId="{09F32EA6-75A9-C446-98F4-6245E946B9AB}" srcOrd="0" destOrd="0" presId="urn:microsoft.com/office/officeart/2005/8/layout/hProcess3"/>
    <dgm:cxn modelId="{C80FD419-DF9E-F64B-81D6-1EAFE5A0E31D}" type="presParOf" srcId="{7EED504E-90B7-F74D-BD04-4677BCCF6D5E}" destId="{BC4BA432-628D-CF49-A047-BD074F192911}" srcOrd="1" destOrd="0" presId="urn:microsoft.com/office/officeart/2005/8/layout/hProcess3"/>
    <dgm:cxn modelId="{EEBF83A4-9869-EE4A-84CF-3F5512E4EE4B}" type="presParOf" srcId="{BC4BA432-628D-CF49-A047-BD074F192911}" destId="{6B23664D-6BD2-A84E-B878-C8718AC7A565}" srcOrd="0" destOrd="0" presId="urn:microsoft.com/office/officeart/2005/8/layout/hProcess3"/>
    <dgm:cxn modelId="{07B628A7-9514-8142-9B85-8CDD16580754}" type="presParOf" srcId="{BC4BA432-628D-CF49-A047-BD074F192911}" destId="{D93DDFB8-A01F-3346-AA2B-D71E94D68BEB}" srcOrd="1" destOrd="0" presId="urn:microsoft.com/office/officeart/2005/8/layout/hProcess3"/>
    <dgm:cxn modelId="{E29B9F47-468A-FA4A-AD25-2943EAF6A1C4}" type="presParOf" srcId="{BC4BA432-628D-CF49-A047-BD074F192911}" destId="{3ACCE193-D51F-CC40-9BBC-86555F51C1B8}" srcOrd="2" destOrd="0" presId="urn:microsoft.com/office/officeart/2005/8/layout/hProcess3"/>
    <dgm:cxn modelId="{EABD88A2-FE11-FE4A-AE1B-53EEED6AD5EA}" type="presParOf" srcId="{BC4BA432-628D-CF49-A047-BD074F192911}" destId="{C2E6CB18-8C1B-E04B-BB80-9452F550DFCA}" srcOrd="3" destOrd="0" presId="urn:microsoft.com/office/officeart/2005/8/layout/hProcess3"/>
    <dgm:cxn modelId="{5D8C5F4B-897E-1141-862E-269B2D3FCD7F}" type="presParOf" srcId="{BC4BA432-628D-CF49-A047-BD074F192911}" destId="{562011E7-6B5F-AD4D-9571-FC9B9CC5F3D9}" srcOrd="4" destOrd="0" presId="urn:microsoft.com/office/officeart/2005/8/layout/hProcess3"/>
    <dgm:cxn modelId="{E80C8469-3E13-794C-97C9-450C843F8DC9}" type="presParOf" srcId="{7EED504E-90B7-F74D-BD04-4677BCCF6D5E}" destId="{24BEEB93-438D-5541-BB9A-9C5BEF7896BD}" srcOrd="2" destOrd="0" presId="urn:microsoft.com/office/officeart/2005/8/layout/hProcess3"/>
    <dgm:cxn modelId="{9204C309-A0F4-CE4D-9088-1121890CE9A0}" type="presParOf" srcId="{7EED504E-90B7-F74D-BD04-4677BCCF6D5E}" destId="{723B7C84-D58E-8548-8281-FF5899ABC4AF}" srcOrd="3" destOrd="0" presId="urn:microsoft.com/office/officeart/2005/8/layout/hProcess3"/>
    <dgm:cxn modelId="{096AADF6-B4D1-4A41-8988-D075E5A8CD57}" type="presParOf" srcId="{723B7C84-D58E-8548-8281-FF5899ABC4AF}" destId="{9C0DFAA4-56FC-E244-AF26-B4565E7D63AE}" srcOrd="0" destOrd="0" presId="urn:microsoft.com/office/officeart/2005/8/layout/hProcess3"/>
    <dgm:cxn modelId="{9D90CC84-4526-8442-BB42-94681368687B}" type="presParOf" srcId="{723B7C84-D58E-8548-8281-FF5899ABC4AF}" destId="{4A309934-206E-AF47-B32E-A0064F1B8D53}" srcOrd="1" destOrd="0" presId="urn:microsoft.com/office/officeart/2005/8/layout/hProcess3"/>
    <dgm:cxn modelId="{FC7824F7-2698-4F46-B108-B6EA1D00B4DA}" type="presParOf" srcId="{723B7C84-D58E-8548-8281-FF5899ABC4AF}" destId="{BC5EC866-81F6-324B-9C1F-27B8FEA0538D}" srcOrd="2" destOrd="0" presId="urn:microsoft.com/office/officeart/2005/8/layout/hProcess3"/>
    <dgm:cxn modelId="{A2D4F9C9-8679-ED4D-AA42-2FC689AFB40A}" type="presParOf" srcId="{723B7C84-D58E-8548-8281-FF5899ABC4AF}" destId="{7B035785-DCAF-7C41-BDB5-2A0F4E8747D8}" srcOrd="3" destOrd="0" presId="urn:microsoft.com/office/officeart/2005/8/layout/hProcess3"/>
    <dgm:cxn modelId="{E5105450-1EDD-FA47-A287-E86F7107EEC1}" type="presParOf" srcId="{723B7C84-D58E-8548-8281-FF5899ABC4AF}" destId="{9946073A-1B51-A545-B83D-FFE86FB59C34}" srcOrd="4" destOrd="0" presId="urn:microsoft.com/office/officeart/2005/8/layout/hProcess3"/>
    <dgm:cxn modelId="{8ED8E452-BC68-F143-8136-CCFF30E05D1C}" type="presParOf" srcId="{7EED504E-90B7-F74D-BD04-4677BCCF6D5E}" destId="{71E78F25-CEB7-C742-A852-8356D7F50132}" srcOrd="4" destOrd="0" presId="urn:microsoft.com/office/officeart/2005/8/layout/hProcess3"/>
    <dgm:cxn modelId="{9CE6C823-33D7-8D4B-8945-DFCD9708EE1A}" type="presParOf" srcId="{7EED504E-90B7-F74D-BD04-4677BCCF6D5E}" destId="{35499958-41D7-3D4F-A1D9-09358C7CCC8D}" srcOrd="5" destOrd="0" presId="urn:microsoft.com/office/officeart/2005/8/layout/hProcess3"/>
    <dgm:cxn modelId="{5689942F-F74A-2045-8AE1-1D5A75F28F24}" type="presParOf" srcId="{35499958-41D7-3D4F-A1D9-09358C7CCC8D}" destId="{471DFF6A-EA26-4243-9C5E-1BD6A482C43D}" srcOrd="0" destOrd="0" presId="urn:microsoft.com/office/officeart/2005/8/layout/hProcess3"/>
    <dgm:cxn modelId="{921CC3C4-B7CF-9448-BA40-0D3EA5D84F43}" type="presParOf" srcId="{35499958-41D7-3D4F-A1D9-09358C7CCC8D}" destId="{3B0CBC77-BF20-724C-8446-42D7A875F810}" srcOrd="1" destOrd="0" presId="urn:microsoft.com/office/officeart/2005/8/layout/hProcess3"/>
    <dgm:cxn modelId="{A7969895-C2FE-4342-90F8-2BBE51607DDD}" type="presParOf" srcId="{35499958-41D7-3D4F-A1D9-09358C7CCC8D}" destId="{EC3C6B62-A061-9940-9DE5-8E170228C542}" srcOrd="2" destOrd="0" presId="urn:microsoft.com/office/officeart/2005/8/layout/hProcess3"/>
    <dgm:cxn modelId="{0529DC96-565F-8244-B43C-6B6A24872097}" type="presParOf" srcId="{35499958-41D7-3D4F-A1D9-09358C7CCC8D}" destId="{6E6F3792-E325-924F-9C73-8340F0A3D2AB}" srcOrd="3" destOrd="0" presId="urn:microsoft.com/office/officeart/2005/8/layout/hProcess3"/>
    <dgm:cxn modelId="{45092ADE-23C5-C84E-BA44-FF3A7E3F72DF}" type="presParOf" srcId="{35499958-41D7-3D4F-A1D9-09358C7CCC8D}" destId="{F4D73FE8-0B4C-E247-8265-CC841A114C84}" srcOrd="4" destOrd="0" presId="urn:microsoft.com/office/officeart/2005/8/layout/hProcess3"/>
    <dgm:cxn modelId="{6BCE9C39-823A-BA42-AA57-AFAA19FA9BD8}" type="presParOf" srcId="{7EED504E-90B7-F74D-BD04-4677BCCF6D5E}" destId="{0B58A48D-590B-3D47-92E0-9F0DC82C063B}" srcOrd="6" destOrd="0" presId="urn:microsoft.com/office/officeart/2005/8/layout/hProcess3"/>
    <dgm:cxn modelId="{5DB186EC-B1C2-004D-A0F3-BC0E44C9C4F5}" type="presParOf" srcId="{7EED504E-90B7-F74D-BD04-4677BCCF6D5E}" destId="{0888F8AA-D4EB-A94A-9FD9-E97467BE60EC}" srcOrd="7" destOrd="0" presId="urn:microsoft.com/office/officeart/2005/8/layout/hProcess3"/>
    <dgm:cxn modelId="{CE376E12-825F-3D4D-97D4-3B860E196300}" type="presParOf" srcId="{0888F8AA-D4EB-A94A-9FD9-E97467BE60EC}" destId="{4143D36B-39E3-2840-A111-C30F0AC1054E}" srcOrd="0" destOrd="0" presId="urn:microsoft.com/office/officeart/2005/8/layout/hProcess3"/>
    <dgm:cxn modelId="{F50C5184-A456-0847-81CF-5D8BE05814B7}" type="presParOf" srcId="{0888F8AA-D4EB-A94A-9FD9-E97467BE60EC}" destId="{8F8B1234-C967-F143-B957-8419900BB2CD}" srcOrd="1" destOrd="0" presId="urn:microsoft.com/office/officeart/2005/8/layout/hProcess3"/>
    <dgm:cxn modelId="{326A3681-3964-714F-A327-AEC4B5C20D35}" type="presParOf" srcId="{0888F8AA-D4EB-A94A-9FD9-E97467BE60EC}" destId="{4524BA00-A29A-2141-B0C6-CD45EDE12018}" srcOrd="2" destOrd="0" presId="urn:microsoft.com/office/officeart/2005/8/layout/hProcess3"/>
    <dgm:cxn modelId="{8E2BDB51-3C07-D64E-8B3D-DBC792A68A03}" type="presParOf" srcId="{0888F8AA-D4EB-A94A-9FD9-E97467BE60EC}" destId="{EE99272D-886B-4547-83DC-633F210E8C83}" srcOrd="3" destOrd="0" presId="urn:microsoft.com/office/officeart/2005/8/layout/hProcess3"/>
    <dgm:cxn modelId="{95A5058A-81EC-D04C-A882-65696CF4E938}" type="presParOf" srcId="{0888F8AA-D4EB-A94A-9FD9-E97467BE60EC}" destId="{6BC175BC-1D24-4148-9888-5059100A66AA}" srcOrd="4" destOrd="0" presId="urn:microsoft.com/office/officeart/2005/8/layout/hProcess3"/>
    <dgm:cxn modelId="{AF3360C7-E739-CE40-86FB-F66DC5649D0F}" type="presParOf" srcId="{7EED504E-90B7-F74D-BD04-4677BCCF6D5E}" destId="{AC5CEEAA-831E-0F42-A415-188E2C3E0EC4}" srcOrd="8" destOrd="0" presId="urn:microsoft.com/office/officeart/2005/8/layout/hProcess3"/>
    <dgm:cxn modelId="{A476C344-589F-E640-86A5-2DF2688575B9}" type="presParOf" srcId="{7EED504E-90B7-F74D-BD04-4677BCCF6D5E}" destId="{3F046277-9E59-FD41-9B4C-F8C427EC563A}" srcOrd="9" destOrd="0" presId="urn:microsoft.com/office/officeart/2005/8/layout/hProcess3"/>
    <dgm:cxn modelId="{A9A34255-72A3-2442-B68B-49916F7478F1}" type="presParOf" srcId="{3F046277-9E59-FD41-9B4C-F8C427EC563A}" destId="{C0BEF48F-BFC1-BF40-B19D-5BFD04E059C4}" srcOrd="0" destOrd="0" presId="urn:microsoft.com/office/officeart/2005/8/layout/hProcess3"/>
    <dgm:cxn modelId="{8EC31643-8245-2148-A84C-7F34A5584FE4}" type="presParOf" srcId="{3F046277-9E59-FD41-9B4C-F8C427EC563A}" destId="{5913F795-0BB5-B347-B8F4-C416D03395B0}" srcOrd="1" destOrd="0" presId="urn:microsoft.com/office/officeart/2005/8/layout/hProcess3"/>
    <dgm:cxn modelId="{E7280C05-6A8B-EF48-A74F-503E6BBADF3F}" type="presParOf" srcId="{3F046277-9E59-FD41-9B4C-F8C427EC563A}" destId="{3F726808-D852-7940-8A40-AE5129FBBB0D}" srcOrd="2" destOrd="0" presId="urn:microsoft.com/office/officeart/2005/8/layout/hProcess3"/>
    <dgm:cxn modelId="{ACF63B4A-58D9-2545-A38C-2B6E25602F4B}" type="presParOf" srcId="{3F046277-9E59-FD41-9B4C-F8C427EC563A}" destId="{79E50574-DBC3-0F46-9BA2-AD6956E8F767}" srcOrd="3" destOrd="0" presId="urn:microsoft.com/office/officeart/2005/8/layout/hProcess3"/>
    <dgm:cxn modelId="{3BBCB5B8-11E9-834F-AA50-B3811BE10113}" type="presParOf" srcId="{3F046277-9E59-FD41-9B4C-F8C427EC563A}" destId="{3B10BFB1-C7B6-4748-99B9-DAE94BEF5358}" srcOrd="4" destOrd="0" presId="urn:microsoft.com/office/officeart/2005/8/layout/hProcess3"/>
    <dgm:cxn modelId="{B9EEF814-0F1C-F548-BEB4-681F0BA4E9FB}" type="presParOf" srcId="{7EED504E-90B7-F74D-BD04-4677BCCF6D5E}" destId="{6E9BA3A2-F310-AD4A-9004-6B5311B448F0}" srcOrd="10" destOrd="0" presId="urn:microsoft.com/office/officeart/2005/8/layout/hProcess3"/>
    <dgm:cxn modelId="{5EE21663-F83F-7F45-981A-24F09B70FC06}" type="presParOf" srcId="{7EED504E-90B7-F74D-BD04-4677BCCF6D5E}" destId="{945C9818-A65A-564A-8192-1E46801C920A}" srcOrd="11" destOrd="0" presId="urn:microsoft.com/office/officeart/2005/8/layout/hProcess3"/>
    <dgm:cxn modelId="{81C31130-6EB4-1F4A-8630-B1CCBCB56311}" type="presParOf" srcId="{7EED504E-90B7-F74D-BD04-4677BCCF6D5E}" destId="{EE87DCC7-5997-A947-81EA-B1E07C0E5D4F}" srcOrd="12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D64B27-399A-6042-BDEC-0C1CF4D36F1C}" type="doc">
      <dgm:prSet loTypeId="urn:microsoft.com/office/officeart/2005/8/layout/hProcess3" loCatId="" qsTypeId="urn:microsoft.com/office/officeart/2005/8/quickstyle/simple1" qsCatId="simple" csTypeId="urn:microsoft.com/office/officeart/2005/8/colors/accent0_2" csCatId="mainScheme" phldr="1"/>
      <dgm:spPr/>
    </dgm:pt>
    <dgm:pt modelId="{96598C84-E449-8C4C-9CBD-4378484546EE}">
      <dgm:prSet phldrT="[テキスト]"/>
      <dgm:spPr/>
      <dgm:t>
        <a:bodyPr/>
        <a:lstStyle/>
        <a:p>
          <a:endParaRPr kumimoji="1" lang="ja-JP" altLang="en-US"/>
        </a:p>
      </dgm:t>
    </dgm:pt>
    <dgm:pt modelId="{F6B4784B-2E4C-1B45-8D47-A37B71DE10B4}" type="parTrans" cxnId="{026740F8-0E64-A741-A7C1-F2709520E0C5}">
      <dgm:prSet/>
      <dgm:spPr/>
      <dgm:t>
        <a:bodyPr/>
        <a:lstStyle/>
        <a:p>
          <a:endParaRPr kumimoji="1" lang="ja-JP" altLang="en-US"/>
        </a:p>
      </dgm:t>
    </dgm:pt>
    <dgm:pt modelId="{8B9577C4-C198-8448-AFED-8BCE69058B2F}" type="sibTrans" cxnId="{026740F8-0E64-A741-A7C1-F2709520E0C5}">
      <dgm:prSet/>
      <dgm:spPr/>
      <dgm:t>
        <a:bodyPr/>
        <a:lstStyle/>
        <a:p>
          <a:endParaRPr kumimoji="1" lang="ja-JP" altLang="en-US"/>
        </a:p>
      </dgm:t>
    </dgm:pt>
    <dgm:pt modelId="{9029A4DF-0455-CE4B-990D-DA0B9C04CB60}">
      <dgm:prSet phldrT="[テキスト]"/>
      <dgm:spPr/>
      <dgm:t>
        <a:bodyPr/>
        <a:lstStyle/>
        <a:p>
          <a:endParaRPr kumimoji="1" lang="ja-JP" altLang="en-US"/>
        </a:p>
      </dgm:t>
    </dgm:pt>
    <dgm:pt modelId="{B5E1FEDD-532B-8E4E-AA3B-EC111B201B20}" type="parTrans" cxnId="{91CCF645-3DF2-D34E-96C5-B3F7744BF7C9}">
      <dgm:prSet/>
      <dgm:spPr/>
      <dgm:t>
        <a:bodyPr/>
        <a:lstStyle/>
        <a:p>
          <a:endParaRPr kumimoji="1" lang="ja-JP" altLang="en-US"/>
        </a:p>
      </dgm:t>
    </dgm:pt>
    <dgm:pt modelId="{4EEB2C11-6AA1-8A44-8A1B-0872B53C829C}" type="sibTrans" cxnId="{91CCF645-3DF2-D34E-96C5-B3F7744BF7C9}">
      <dgm:prSet/>
      <dgm:spPr/>
      <dgm:t>
        <a:bodyPr/>
        <a:lstStyle/>
        <a:p>
          <a:endParaRPr kumimoji="1" lang="ja-JP" altLang="en-US"/>
        </a:p>
      </dgm:t>
    </dgm:pt>
    <dgm:pt modelId="{CA5488E6-0692-4F43-983A-ACBEC41ED5D8}">
      <dgm:prSet phldrT="[テキスト]"/>
      <dgm:spPr/>
      <dgm:t>
        <a:bodyPr/>
        <a:lstStyle/>
        <a:p>
          <a:r>
            <a:rPr kumimoji="1" lang="en-US" altLang="ja-JP" dirty="0"/>
            <a:t>203</a:t>
          </a:r>
          <a:endParaRPr kumimoji="1" lang="ja-JP" altLang="en-US"/>
        </a:p>
      </dgm:t>
    </dgm:pt>
    <dgm:pt modelId="{78B2DC4D-768F-EA4B-AA32-5A5E5BE1A575}" type="parTrans" cxnId="{95F94278-1FA4-294C-ACF3-518466CC7309}">
      <dgm:prSet/>
      <dgm:spPr/>
      <dgm:t>
        <a:bodyPr/>
        <a:lstStyle/>
        <a:p>
          <a:endParaRPr kumimoji="1" lang="ja-JP" altLang="en-US"/>
        </a:p>
      </dgm:t>
    </dgm:pt>
    <dgm:pt modelId="{4523D116-6EF4-2E4D-A139-63D723FFD4E1}" type="sibTrans" cxnId="{95F94278-1FA4-294C-ACF3-518466CC7309}">
      <dgm:prSet/>
      <dgm:spPr/>
      <dgm:t>
        <a:bodyPr/>
        <a:lstStyle/>
        <a:p>
          <a:endParaRPr kumimoji="1" lang="ja-JP" altLang="en-US"/>
        </a:p>
      </dgm:t>
    </dgm:pt>
    <dgm:pt modelId="{08642A9D-33C2-3A48-8B10-16C84F0ADC61}">
      <dgm:prSet phldrT="[テキスト]"/>
      <dgm:spPr/>
      <dgm:t>
        <a:bodyPr/>
        <a:lstStyle/>
        <a:p>
          <a:r>
            <a:rPr kumimoji="1" lang="ja-JP" altLang="en-US" strike="sngStrike"/>
            <a:t>システム</a:t>
          </a:r>
          <a:br>
            <a:rPr kumimoji="1" lang="en-US" altLang="ja-JP" strike="sngStrike" dirty="0"/>
          </a:br>
          <a:r>
            <a:rPr kumimoji="1" lang="ja-JP" altLang="en-US" strike="sngStrike"/>
            <a:t>識別子</a:t>
          </a:r>
        </a:p>
      </dgm:t>
    </dgm:pt>
    <dgm:pt modelId="{F3652BD7-BA09-5443-BFA4-8D98E24B32B5}" type="parTrans" cxnId="{A4F1279A-A0B4-6A4D-810A-A04A28F25159}">
      <dgm:prSet/>
      <dgm:spPr/>
      <dgm:t>
        <a:bodyPr/>
        <a:lstStyle/>
        <a:p>
          <a:endParaRPr kumimoji="1" lang="ja-JP" altLang="en-US"/>
        </a:p>
      </dgm:t>
    </dgm:pt>
    <dgm:pt modelId="{722982C8-9443-9A43-9179-01B2A3A8D19E}" type="sibTrans" cxnId="{A4F1279A-A0B4-6A4D-810A-A04A28F25159}">
      <dgm:prSet/>
      <dgm:spPr/>
      <dgm:t>
        <a:bodyPr/>
        <a:lstStyle/>
        <a:p>
          <a:endParaRPr kumimoji="1" lang="ja-JP" altLang="en-US"/>
        </a:p>
      </dgm:t>
    </dgm:pt>
    <dgm:pt modelId="{C3620AD3-63BB-8340-BDD1-8E134EDF006E}">
      <dgm:prSet phldrT="[テキスト]"/>
      <dgm:spPr/>
      <dgm:t>
        <a:bodyPr/>
        <a:lstStyle/>
        <a:p>
          <a:r>
            <a:rPr kumimoji="1" lang="ja-JP" altLang="en-US" strike="sngStrike"/>
            <a:t>オブジェクト区分記号</a:t>
          </a:r>
        </a:p>
      </dgm:t>
    </dgm:pt>
    <dgm:pt modelId="{50D4A07C-45C4-5B47-824C-8415F044E73F}" type="parTrans" cxnId="{82758D4B-BF0C-C44E-8847-B18433437697}">
      <dgm:prSet/>
      <dgm:spPr/>
      <dgm:t>
        <a:bodyPr/>
        <a:lstStyle/>
        <a:p>
          <a:endParaRPr kumimoji="1" lang="ja-JP" altLang="en-US"/>
        </a:p>
      </dgm:t>
    </dgm:pt>
    <dgm:pt modelId="{CB5F3871-53EF-7547-B2AC-F9059081038D}" type="sibTrans" cxnId="{82758D4B-BF0C-C44E-8847-B18433437697}">
      <dgm:prSet/>
      <dgm:spPr/>
      <dgm:t>
        <a:bodyPr/>
        <a:lstStyle/>
        <a:p>
          <a:endParaRPr kumimoji="1" lang="ja-JP" altLang="en-US"/>
        </a:p>
      </dgm:t>
    </dgm:pt>
    <dgm:pt modelId="{4DE7A279-4B44-1749-93B4-DDC4E18F1B7D}">
      <dgm:prSet phldrT="[テキスト]"/>
      <dgm:spPr/>
      <dgm:t>
        <a:bodyPr/>
        <a:lstStyle/>
        <a:p>
          <a:r>
            <a:rPr kumimoji="1" lang="ja-JP" altLang="en-US"/>
            <a:t>オブジェクト区分コード</a:t>
          </a:r>
        </a:p>
      </dgm:t>
    </dgm:pt>
    <dgm:pt modelId="{ECEF507D-68AB-9E4D-B009-28AA51925C1A}" type="parTrans" cxnId="{61D57391-A832-3242-BA9A-06136DF17409}">
      <dgm:prSet/>
      <dgm:spPr/>
      <dgm:t>
        <a:bodyPr/>
        <a:lstStyle/>
        <a:p>
          <a:endParaRPr kumimoji="1" lang="ja-JP" altLang="en-US"/>
        </a:p>
      </dgm:t>
    </dgm:pt>
    <dgm:pt modelId="{1F078450-52BB-E649-AE15-DF7E4C51D128}" type="sibTrans" cxnId="{61D57391-A832-3242-BA9A-06136DF17409}">
      <dgm:prSet/>
      <dgm:spPr/>
      <dgm:t>
        <a:bodyPr/>
        <a:lstStyle/>
        <a:p>
          <a:endParaRPr kumimoji="1" lang="ja-JP" altLang="en-US"/>
        </a:p>
      </dgm:t>
    </dgm:pt>
    <dgm:pt modelId="{8CAE4C32-BAF5-7141-A0BE-90D787A23F5A}">
      <dgm:prSet phldrT="[テキスト]"/>
      <dgm:spPr/>
      <dgm:t>
        <a:bodyPr/>
        <a:lstStyle/>
        <a:p>
          <a:r>
            <a:rPr kumimoji="1" lang="en-US" altLang="ja-JP"/>
            <a:t>000000000</a:t>
          </a:r>
          <a:endParaRPr kumimoji="1" lang="ja-JP" altLang="en-US"/>
        </a:p>
      </dgm:t>
    </dgm:pt>
    <dgm:pt modelId="{4BE94DEB-A409-154A-B5CC-426E0BE20C0B}" type="parTrans" cxnId="{3F604608-ED3D-6543-AC0C-D65358F6A0EF}">
      <dgm:prSet/>
      <dgm:spPr/>
      <dgm:t>
        <a:bodyPr/>
        <a:lstStyle/>
        <a:p>
          <a:endParaRPr kumimoji="1" lang="ja-JP" altLang="en-US"/>
        </a:p>
      </dgm:t>
    </dgm:pt>
    <dgm:pt modelId="{C8660E65-7A7A-8B4D-9546-F9C245445CED}" type="sibTrans" cxnId="{3F604608-ED3D-6543-AC0C-D65358F6A0EF}">
      <dgm:prSet/>
      <dgm:spPr/>
      <dgm:t>
        <a:bodyPr/>
        <a:lstStyle/>
        <a:p>
          <a:endParaRPr kumimoji="1" lang="ja-JP" altLang="en-US"/>
        </a:p>
      </dgm:t>
    </dgm:pt>
    <dgm:pt modelId="{8D9717C8-241D-254A-9429-CB7323FC64B1}">
      <dgm:prSet phldrT="[テキスト]"/>
      <dgm:spPr/>
      <dgm:t>
        <a:bodyPr/>
        <a:lstStyle/>
        <a:p>
          <a:r>
            <a:rPr kumimoji="1" lang="ja-JP" altLang="en-US"/>
            <a:t>固有番号</a:t>
          </a:r>
        </a:p>
      </dgm:t>
    </dgm:pt>
    <dgm:pt modelId="{5139DBD3-31FC-6C4A-8AA8-328222DAA7D6}" type="parTrans" cxnId="{850D3FFC-0D4C-1145-B967-C4C02713ED68}">
      <dgm:prSet/>
      <dgm:spPr/>
      <dgm:t>
        <a:bodyPr/>
        <a:lstStyle/>
        <a:p>
          <a:endParaRPr kumimoji="1" lang="ja-JP" altLang="en-US"/>
        </a:p>
      </dgm:t>
    </dgm:pt>
    <dgm:pt modelId="{870EC921-B3DF-5F4A-B983-3480EC88940A}" type="sibTrans" cxnId="{850D3FFC-0D4C-1145-B967-C4C02713ED68}">
      <dgm:prSet/>
      <dgm:spPr/>
      <dgm:t>
        <a:bodyPr/>
        <a:lstStyle/>
        <a:p>
          <a:endParaRPr kumimoji="1" lang="ja-JP" altLang="en-US"/>
        </a:p>
      </dgm:t>
    </dgm:pt>
    <dgm:pt modelId="{96C1BE80-D362-814D-A204-E4946CCFCF20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/>
        </a:p>
      </dgm:t>
    </dgm:pt>
    <dgm:pt modelId="{7514DFA4-2F61-6C49-952B-B38FF489A681}" type="parTrans" cxnId="{17DF3EC8-B7B5-9145-88AE-13C4645CCBA5}">
      <dgm:prSet/>
      <dgm:spPr/>
      <dgm:t>
        <a:bodyPr/>
        <a:lstStyle/>
        <a:p>
          <a:endParaRPr kumimoji="1" lang="ja-JP" altLang="en-US"/>
        </a:p>
      </dgm:t>
    </dgm:pt>
    <dgm:pt modelId="{E7554825-6C67-454E-94CB-580717CAFDA9}" type="sibTrans" cxnId="{17DF3EC8-B7B5-9145-88AE-13C4645CCBA5}">
      <dgm:prSet/>
      <dgm:spPr/>
      <dgm:t>
        <a:bodyPr/>
        <a:lstStyle/>
        <a:p>
          <a:endParaRPr kumimoji="1" lang="ja-JP" altLang="en-US"/>
        </a:p>
      </dgm:t>
    </dgm:pt>
    <dgm:pt modelId="{BCA5E4C6-3AC0-8E40-9AEF-5785C95CA9B0}">
      <dgm:prSet phldrT="[テキスト]"/>
      <dgm:spPr/>
      <dgm:t>
        <a:bodyPr/>
        <a:lstStyle/>
        <a:p>
          <a:r>
            <a:rPr kumimoji="1" lang="ja-JP" altLang="en-US"/>
            <a:t>チェック</a:t>
          </a:r>
          <a:br>
            <a:rPr kumimoji="1" lang="en-US" altLang="ja-JP" dirty="0"/>
          </a:br>
          <a:r>
            <a:rPr kumimoji="1" lang="ja-JP" altLang="en-US"/>
            <a:t>コード</a:t>
          </a:r>
        </a:p>
      </dgm:t>
    </dgm:pt>
    <dgm:pt modelId="{8B5CBEDD-2737-9B4C-B0E8-4606B9B88939}" type="parTrans" cxnId="{5493BA97-F275-E34C-B6D0-57C7866B6BF5}">
      <dgm:prSet/>
      <dgm:spPr/>
      <dgm:t>
        <a:bodyPr/>
        <a:lstStyle/>
        <a:p>
          <a:endParaRPr kumimoji="1" lang="ja-JP" altLang="en-US"/>
        </a:p>
      </dgm:t>
    </dgm:pt>
    <dgm:pt modelId="{9786E799-B520-A443-A010-A62515749463}" type="sibTrans" cxnId="{5493BA97-F275-E34C-B6D0-57C7866B6BF5}">
      <dgm:prSet/>
      <dgm:spPr/>
      <dgm:t>
        <a:bodyPr/>
        <a:lstStyle/>
        <a:p>
          <a:endParaRPr kumimoji="1" lang="ja-JP" altLang="en-US"/>
        </a:p>
      </dgm:t>
    </dgm:pt>
    <dgm:pt modelId="{9EAB9B7C-EDE4-8446-BE9F-C679EDF36D48}" type="pres">
      <dgm:prSet presAssocID="{E7D64B27-399A-6042-BDEC-0C1CF4D36F1C}" presName="Name0" presStyleCnt="0">
        <dgm:presLayoutVars>
          <dgm:dir/>
          <dgm:animLvl val="lvl"/>
          <dgm:resizeHandles val="exact"/>
        </dgm:presLayoutVars>
      </dgm:prSet>
      <dgm:spPr/>
    </dgm:pt>
    <dgm:pt modelId="{11D7EF03-1108-474E-8A2C-9205328A78CC}" type="pres">
      <dgm:prSet presAssocID="{E7D64B27-399A-6042-BDEC-0C1CF4D36F1C}" presName="dummy" presStyleCnt="0"/>
      <dgm:spPr/>
    </dgm:pt>
    <dgm:pt modelId="{7EED504E-90B7-F74D-BD04-4677BCCF6D5E}" type="pres">
      <dgm:prSet presAssocID="{E7D64B27-399A-6042-BDEC-0C1CF4D36F1C}" presName="linH" presStyleCnt="0"/>
      <dgm:spPr/>
    </dgm:pt>
    <dgm:pt modelId="{09F32EA6-75A9-C446-98F4-6245E946B9AB}" type="pres">
      <dgm:prSet presAssocID="{E7D64B27-399A-6042-BDEC-0C1CF4D36F1C}" presName="padding1" presStyleCnt="0"/>
      <dgm:spPr/>
    </dgm:pt>
    <dgm:pt modelId="{BC4BA432-628D-CF49-A047-BD074F192911}" type="pres">
      <dgm:prSet presAssocID="{96598C84-E449-8C4C-9CBD-4378484546EE}" presName="linV" presStyleCnt="0"/>
      <dgm:spPr/>
    </dgm:pt>
    <dgm:pt modelId="{6B23664D-6BD2-A84E-B878-C8718AC7A565}" type="pres">
      <dgm:prSet presAssocID="{96598C84-E449-8C4C-9CBD-4378484546EE}" presName="spVertical1" presStyleCnt="0"/>
      <dgm:spPr/>
    </dgm:pt>
    <dgm:pt modelId="{D93DDFB8-A01F-3346-AA2B-D71E94D68BEB}" type="pres">
      <dgm:prSet presAssocID="{96598C84-E449-8C4C-9CBD-4378484546EE}" presName="parTx" presStyleLbl="revTx" presStyleIdx="0" presStyleCnt="10">
        <dgm:presLayoutVars>
          <dgm:chMax val="0"/>
          <dgm:chPref val="0"/>
          <dgm:bulletEnabled val="1"/>
        </dgm:presLayoutVars>
      </dgm:prSet>
      <dgm:spPr/>
    </dgm:pt>
    <dgm:pt modelId="{3ACCE193-D51F-CC40-9BBC-86555F51C1B8}" type="pres">
      <dgm:prSet presAssocID="{96598C84-E449-8C4C-9CBD-4378484546EE}" presName="spVertical2" presStyleCnt="0"/>
      <dgm:spPr/>
    </dgm:pt>
    <dgm:pt modelId="{C2E6CB18-8C1B-E04B-BB80-9452F550DFCA}" type="pres">
      <dgm:prSet presAssocID="{96598C84-E449-8C4C-9CBD-4378484546EE}" presName="spVertical3" presStyleCnt="0"/>
      <dgm:spPr/>
    </dgm:pt>
    <dgm:pt modelId="{562011E7-6B5F-AD4D-9571-FC9B9CC5F3D9}" type="pres">
      <dgm:prSet presAssocID="{96598C84-E449-8C4C-9CBD-4378484546EE}" presName="desTx" presStyleLbl="revTx" presStyleIdx="1" presStyleCnt="10">
        <dgm:presLayoutVars>
          <dgm:bulletEnabled val="1"/>
        </dgm:presLayoutVars>
      </dgm:prSet>
      <dgm:spPr/>
    </dgm:pt>
    <dgm:pt modelId="{24BEEB93-438D-5541-BB9A-9C5BEF7896BD}" type="pres">
      <dgm:prSet presAssocID="{8B9577C4-C198-8448-AFED-8BCE69058B2F}" presName="space" presStyleCnt="0"/>
      <dgm:spPr/>
    </dgm:pt>
    <dgm:pt modelId="{723B7C84-D58E-8548-8281-FF5899ABC4AF}" type="pres">
      <dgm:prSet presAssocID="{9029A4DF-0455-CE4B-990D-DA0B9C04CB60}" presName="linV" presStyleCnt="0"/>
      <dgm:spPr/>
    </dgm:pt>
    <dgm:pt modelId="{9C0DFAA4-56FC-E244-AF26-B4565E7D63AE}" type="pres">
      <dgm:prSet presAssocID="{9029A4DF-0455-CE4B-990D-DA0B9C04CB60}" presName="spVertical1" presStyleCnt="0"/>
      <dgm:spPr/>
    </dgm:pt>
    <dgm:pt modelId="{4A309934-206E-AF47-B32E-A0064F1B8D53}" type="pres">
      <dgm:prSet presAssocID="{9029A4DF-0455-CE4B-990D-DA0B9C04CB60}" presName="parTx" presStyleLbl="revTx" presStyleIdx="2" presStyleCnt="10">
        <dgm:presLayoutVars>
          <dgm:chMax val="0"/>
          <dgm:chPref val="0"/>
          <dgm:bulletEnabled val="1"/>
        </dgm:presLayoutVars>
      </dgm:prSet>
      <dgm:spPr/>
    </dgm:pt>
    <dgm:pt modelId="{BC5EC866-81F6-324B-9C1F-27B8FEA0538D}" type="pres">
      <dgm:prSet presAssocID="{9029A4DF-0455-CE4B-990D-DA0B9C04CB60}" presName="spVertical2" presStyleCnt="0"/>
      <dgm:spPr/>
    </dgm:pt>
    <dgm:pt modelId="{7B035785-DCAF-7C41-BDB5-2A0F4E8747D8}" type="pres">
      <dgm:prSet presAssocID="{9029A4DF-0455-CE4B-990D-DA0B9C04CB60}" presName="spVertical3" presStyleCnt="0"/>
      <dgm:spPr/>
    </dgm:pt>
    <dgm:pt modelId="{9946073A-1B51-A545-B83D-FFE86FB59C34}" type="pres">
      <dgm:prSet presAssocID="{9029A4DF-0455-CE4B-990D-DA0B9C04CB60}" presName="desTx" presStyleLbl="revTx" presStyleIdx="3" presStyleCnt="10">
        <dgm:presLayoutVars>
          <dgm:bulletEnabled val="1"/>
        </dgm:presLayoutVars>
      </dgm:prSet>
      <dgm:spPr/>
    </dgm:pt>
    <dgm:pt modelId="{71E78F25-CEB7-C742-A852-8356D7F50132}" type="pres">
      <dgm:prSet presAssocID="{4EEB2C11-6AA1-8A44-8A1B-0872B53C829C}" presName="space" presStyleCnt="0"/>
      <dgm:spPr/>
    </dgm:pt>
    <dgm:pt modelId="{35499958-41D7-3D4F-A1D9-09358C7CCC8D}" type="pres">
      <dgm:prSet presAssocID="{CA5488E6-0692-4F43-983A-ACBEC41ED5D8}" presName="linV" presStyleCnt="0"/>
      <dgm:spPr/>
    </dgm:pt>
    <dgm:pt modelId="{471DFF6A-EA26-4243-9C5E-1BD6A482C43D}" type="pres">
      <dgm:prSet presAssocID="{CA5488E6-0692-4F43-983A-ACBEC41ED5D8}" presName="spVertical1" presStyleCnt="0"/>
      <dgm:spPr/>
    </dgm:pt>
    <dgm:pt modelId="{3B0CBC77-BF20-724C-8446-42D7A875F810}" type="pres">
      <dgm:prSet presAssocID="{CA5488E6-0692-4F43-983A-ACBEC41ED5D8}" presName="parTx" presStyleLbl="revTx" presStyleIdx="4" presStyleCnt="10">
        <dgm:presLayoutVars>
          <dgm:chMax val="0"/>
          <dgm:chPref val="0"/>
          <dgm:bulletEnabled val="1"/>
        </dgm:presLayoutVars>
      </dgm:prSet>
      <dgm:spPr/>
    </dgm:pt>
    <dgm:pt modelId="{EC3C6B62-A061-9940-9DE5-8E170228C542}" type="pres">
      <dgm:prSet presAssocID="{CA5488E6-0692-4F43-983A-ACBEC41ED5D8}" presName="spVertical2" presStyleCnt="0"/>
      <dgm:spPr/>
    </dgm:pt>
    <dgm:pt modelId="{6E6F3792-E325-924F-9C73-8340F0A3D2AB}" type="pres">
      <dgm:prSet presAssocID="{CA5488E6-0692-4F43-983A-ACBEC41ED5D8}" presName="spVertical3" presStyleCnt="0"/>
      <dgm:spPr/>
    </dgm:pt>
    <dgm:pt modelId="{F4D73FE8-0B4C-E247-8265-CC841A114C84}" type="pres">
      <dgm:prSet presAssocID="{CA5488E6-0692-4F43-983A-ACBEC41ED5D8}" presName="desTx" presStyleLbl="revTx" presStyleIdx="5" presStyleCnt="10">
        <dgm:presLayoutVars>
          <dgm:bulletEnabled val="1"/>
        </dgm:presLayoutVars>
      </dgm:prSet>
      <dgm:spPr/>
    </dgm:pt>
    <dgm:pt modelId="{0B58A48D-590B-3D47-92E0-9F0DC82C063B}" type="pres">
      <dgm:prSet presAssocID="{4523D116-6EF4-2E4D-A139-63D723FFD4E1}" presName="space" presStyleCnt="0"/>
      <dgm:spPr/>
    </dgm:pt>
    <dgm:pt modelId="{0888F8AA-D4EB-A94A-9FD9-E97467BE60EC}" type="pres">
      <dgm:prSet presAssocID="{8CAE4C32-BAF5-7141-A0BE-90D787A23F5A}" presName="linV" presStyleCnt="0"/>
      <dgm:spPr/>
    </dgm:pt>
    <dgm:pt modelId="{4143D36B-39E3-2840-A111-C30F0AC1054E}" type="pres">
      <dgm:prSet presAssocID="{8CAE4C32-BAF5-7141-A0BE-90D787A23F5A}" presName="spVertical1" presStyleCnt="0"/>
      <dgm:spPr/>
    </dgm:pt>
    <dgm:pt modelId="{8F8B1234-C967-F143-B957-8419900BB2CD}" type="pres">
      <dgm:prSet presAssocID="{8CAE4C32-BAF5-7141-A0BE-90D787A23F5A}" presName="parTx" presStyleLbl="revTx" presStyleIdx="6" presStyleCnt="10">
        <dgm:presLayoutVars>
          <dgm:chMax val="0"/>
          <dgm:chPref val="0"/>
          <dgm:bulletEnabled val="1"/>
        </dgm:presLayoutVars>
      </dgm:prSet>
      <dgm:spPr/>
    </dgm:pt>
    <dgm:pt modelId="{4524BA00-A29A-2141-B0C6-CD45EDE12018}" type="pres">
      <dgm:prSet presAssocID="{8CAE4C32-BAF5-7141-A0BE-90D787A23F5A}" presName="spVertical2" presStyleCnt="0"/>
      <dgm:spPr/>
    </dgm:pt>
    <dgm:pt modelId="{EE99272D-886B-4547-83DC-633F210E8C83}" type="pres">
      <dgm:prSet presAssocID="{8CAE4C32-BAF5-7141-A0BE-90D787A23F5A}" presName="spVertical3" presStyleCnt="0"/>
      <dgm:spPr/>
    </dgm:pt>
    <dgm:pt modelId="{6BC175BC-1D24-4148-9888-5059100A66AA}" type="pres">
      <dgm:prSet presAssocID="{8CAE4C32-BAF5-7141-A0BE-90D787A23F5A}" presName="desTx" presStyleLbl="revTx" presStyleIdx="7" presStyleCnt="10">
        <dgm:presLayoutVars>
          <dgm:bulletEnabled val="1"/>
        </dgm:presLayoutVars>
      </dgm:prSet>
      <dgm:spPr/>
    </dgm:pt>
    <dgm:pt modelId="{AC5CEEAA-831E-0F42-A415-188E2C3E0EC4}" type="pres">
      <dgm:prSet presAssocID="{C8660E65-7A7A-8B4D-9546-F9C245445CED}" presName="space" presStyleCnt="0"/>
      <dgm:spPr/>
    </dgm:pt>
    <dgm:pt modelId="{3F046277-9E59-FD41-9B4C-F8C427EC563A}" type="pres">
      <dgm:prSet presAssocID="{96C1BE80-D362-814D-A204-E4946CCFCF20}" presName="linV" presStyleCnt="0"/>
      <dgm:spPr/>
    </dgm:pt>
    <dgm:pt modelId="{C0BEF48F-BFC1-BF40-B19D-5BFD04E059C4}" type="pres">
      <dgm:prSet presAssocID="{96C1BE80-D362-814D-A204-E4946CCFCF20}" presName="spVertical1" presStyleCnt="0"/>
      <dgm:spPr/>
    </dgm:pt>
    <dgm:pt modelId="{5913F795-0BB5-B347-B8F4-C416D03395B0}" type="pres">
      <dgm:prSet presAssocID="{96C1BE80-D362-814D-A204-E4946CCFCF20}" presName="parTx" presStyleLbl="revTx" presStyleIdx="8" presStyleCnt="10">
        <dgm:presLayoutVars>
          <dgm:chMax val="0"/>
          <dgm:chPref val="0"/>
          <dgm:bulletEnabled val="1"/>
        </dgm:presLayoutVars>
      </dgm:prSet>
      <dgm:spPr/>
    </dgm:pt>
    <dgm:pt modelId="{3F726808-D852-7940-8A40-AE5129FBBB0D}" type="pres">
      <dgm:prSet presAssocID="{96C1BE80-D362-814D-A204-E4946CCFCF20}" presName="spVertical2" presStyleCnt="0"/>
      <dgm:spPr/>
    </dgm:pt>
    <dgm:pt modelId="{79E50574-DBC3-0F46-9BA2-AD6956E8F767}" type="pres">
      <dgm:prSet presAssocID="{96C1BE80-D362-814D-A204-E4946CCFCF20}" presName="spVertical3" presStyleCnt="0"/>
      <dgm:spPr/>
    </dgm:pt>
    <dgm:pt modelId="{3B10BFB1-C7B6-4748-99B9-DAE94BEF5358}" type="pres">
      <dgm:prSet presAssocID="{96C1BE80-D362-814D-A204-E4946CCFCF20}" presName="desTx" presStyleLbl="revTx" presStyleIdx="9" presStyleCnt="10">
        <dgm:presLayoutVars>
          <dgm:bulletEnabled val="1"/>
        </dgm:presLayoutVars>
      </dgm:prSet>
      <dgm:spPr/>
    </dgm:pt>
    <dgm:pt modelId="{6E9BA3A2-F310-AD4A-9004-6B5311B448F0}" type="pres">
      <dgm:prSet presAssocID="{E7D64B27-399A-6042-BDEC-0C1CF4D36F1C}" presName="padding2" presStyleCnt="0"/>
      <dgm:spPr/>
    </dgm:pt>
    <dgm:pt modelId="{945C9818-A65A-564A-8192-1E46801C920A}" type="pres">
      <dgm:prSet presAssocID="{E7D64B27-399A-6042-BDEC-0C1CF4D36F1C}" presName="negArrow" presStyleCnt="0"/>
      <dgm:spPr/>
    </dgm:pt>
    <dgm:pt modelId="{EE87DCC7-5997-A947-81EA-B1E07C0E5D4F}" type="pres">
      <dgm:prSet presAssocID="{E7D64B27-399A-6042-BDEC-0C1CF4D36F1C}" presName="backgroundArrow" presStyleLbl="node1" presStyleIdx="0" presStyleCnt="1"/>
      <dgm:spPr/>
    </dgm:pt>
  </dgm:ptLst>
  <dgm:cxnLst>
    <dgm:cxn modelId="{3F604608-ED3D-6543-AC0C-D65358F6A0EF}" srcId="{E7D64B27-399A-6042-BDEC-0C1CF4D36F1C}" destId="{8CAE4C32-BAF5-7141-A0BE-90D787A23F5A}" srcOrd="3" destOrd="0" parTransId="{4BE94DEB-A409-154A-B5CC-426E0BE20C0B}" sibTransId="{C8660E65-7A7A-8B4D-9546-F9C245445CED}"/>
    <dgm:cxn modelId="{D2679C14-E09E-C94A-B1A5-5AA799FE2F39}" type="presOf" srcId="{08642A9D-33C2-3A48-8B10-16C84F0ADC61}" destId="{562011E7-6B5F-AD4D-9571-FC9B9CC5F3D9}" srcOrd="0" destOrd="0" presId="urn:microsoft.com/office/officeart/2005/8/layout/hProcess3"/>
    <dgm:cxn modelId="{895D3816-563A-A940-A6A9-664EA735E245}" type="presOf" srcId="{C3620AD3-63BB-8340-BDD1-8E134EDF006E}" destId="{9946073A-1B51-A545-B83D-FFE86FB59C34}" srcOrd="0" destOrd="0" presId="urn:microsoft.com/office/officeart/2005/8/layout/hProcess3"/>
    <dgm:cxn modelId="{FA2C9841-DD34-0E43-8666-3BED1856338F}" type="presOf" srcId="{CA5488E6-0692-4F43-983A-ACBEC41ED5D8}" destId="{3B0CBC77-BF20-724C-8446-42D7A875F810}" srcOrd="0" destOrd="0" presId="urn:microsoft.com/office/officeart/2005/8/layout/hProcess3"/>
    <dgm:cxn modelId="{91CCF645-3DF2-D34E-96C5-B3F7744BF7C9}" srcId="{E7D64B27-399A-6042-BDEC-0C1CF4D36F1C}" destId="{9029A4DF-0455-CE4B-990D-DA0B9C04CB60}" srcOrd="1" destOrd="0" parTransId="{B5E1FEDD-532B-8E4E-AA3B-EC111B201B20}" sibTransId="{4EEB2C11-6AA1-8A44-8A1B-0872B53C829C}"/>
    <dgm:cxn modelId="{82758D4B-BF0C-C44E-8847-B18433437697}" srcId="{9029A4DF-0455-CE4B-990D-DA0B9C04CB60}" destId="{C3620AD3-63BB-8340-BDD1-8E134EDF006E}" srcOrd="0" destOrd="0" parTransId="{50D4A07C-45C4-5B47-824C-8415F044E73F}" sibTransId="{CB5F3871-53EF-7547-B2AC-F9059081038D}"/>
    <dgm:cxn modelId="{76EFAC64-FE80-4C46-ADE5-0F250EF6B96F}" type="presOf" srcId="{96598C84-E449-8C4C-9CBD-4378484546EE}" destId="{D93DDFB8-A01F-3346-AA2B-D71E94D68BEB}" srcOrd="0" destOrd="0" presId="urn:microsoft.com/office/officeart/2005/8/layout/hProcess3"/>
    <dgm:cxn modelId="{65448373-7E5F-6E4E-9CE9-F314ACCEE5CD}" type="presOf" srcId="{8D9717C8-241D-254A-9429-CB7323FC64B1}" destId="{6BC175BC-1D24-4148-9888-5059100A66AA}" srcOrd="0" destOrd="0" presId="urn:microsoft.com/office/officeart/2005/8/layout/hProcess3"/>
    <dgm:cxn modelId="{95F94278-1FA4-294C-ACF3-518466CC7309}" srcId="{E7D64B27-399A-6042-BDEC-0C1CF4D36F1C}" destId="{CA5488E6-0692-4F43-983A-ACBEC41ED5D8}" srcOrd="2" destOrd="0" parTransId="{78B2DC4D-768F-EA4B-AA32-5A5E5BE1A575}" sibTransId="{4523D116-6EF4-2E4D-A139-63D723FFD4E1}"/>
    <dgm:cxn modelId="{81AC1E7E-132F-994D-8497-B3B166991771}" type="presOf" srcId="{8CAE4C32-BAF5-7141-A0BE-90D787A23F5A}" destId="{8F8B1234-C967-F143-B957-8419900BB2CD}" srcOrd="0" destOrd="0" presId="urn:microsoft.com/office/officeart/2005/8/layout/hProcess3"/>
    <dgm:cxn modelId="{C74E4C88-329F-9F4E-B3A9-65AD8A2B3F5E}" type="presOf" srcId="{96C1BE80-D362-814D-A204-E4946CCFCF20}" destId="{5913F795-0BB5-B347-B8F4-C416D03395B0}" srcOrd="0" destOrd="0" presId="urn:microsoft.com/office/officeart/2005/8/layout/hProcess3"/>
    <dgm:cxn modelId="{61D57391-A832-3242-BA9A-06136DF17409}" srcId="{CA5488E6-0692-4F43-983A-ACBEC41ED5D8}" destId="{4DE7A279-4B44-1749-93B4-DDC4E18F1B7D}" srcOrd="0" destOrd="0" parTransId="{ECEF507D-68AB-9E4D-B009-28AA51925C1A}" sibTransId="{1F078450-52BB-E649-AE15-DF7E4C51D128}"/>
    <dgm:cxn modelId="{5493BA97-F275-E34C-B6D0-57C7866B6BF5}" srcId="{96C1BE80-D362-814D-A204-E4946CCFCF20}" destId="{BCA5E4C6-3AC0-8E40-9AEF-5785C95CA9B0}" srcOrd="0" destOrd="0" parTransId="{8B5CBEDD-2737-9B4C-B0E8-4606B9B88939}" sibTransId="{9786E799-B520-A443-A010-A62515749463}"/>
    <dgm:cxn modelId="{A4F1279A-A0B4-6A4D-810A-A04A28F25159}" srcId="{96598C84-E449-8C4C-9CBD-4378484546EE}" destId="{08642A9D-33C2-3A48-8B10-16C84F0ADC61}" srcOrd="0" destOrd="0" parTransId="{F3652BD7-BA09-5443-BFA4-8D98E24B32B5}" sibTransId="{722982C8-9443-9A43-9179-01B2A3A8D19E}"/>
    <dgm:cxn modelId="{4C978DA6-EBCB-ED44-AA40-8763D9806C95}" type="presOf" srcId="{9029A4DF-0455-CE4B-990D-DA0B9C04CB60}" destId="{4A309934-206E-AF47-B32E-A0064F1B8D53}" srcOrd="0" destOrd="0" presId="urn:microsoft.com/office/officeart/2005/8/layout/hProcess3"/>
    <dgm:cxn modelId="{17DF3EC8-B7B5-9145-88AE-13C4645CCBA5}" srcId="{E7D64B27-399A-6042-BDEC-0C1CF4D36F1C}" destId="{96C1BE80-D362-814D-A204-E4946CCFCF20}" srcOrd="4" destOrd="0" parTransId="{7514DFA4-2F61-6C49-952B-B38FF489A681}" sibTransId="{E7554825-6C67-454E-94CB-580717CAFDA9}"/>
    <dgm:cxn modelId="{5D9715D0-5ABD-5643-9DFC-C951EDBF8D93}" type="presOf" srcId="{E7D64B27-399A-6042-BDEC-0C1CF4D36F1C}" destId="{9EAB9B7C-EDE4-8446-BE9F-C679EDF36D48}" srcOrd="0" destOrd="0" presId="urn:microsoft.com/office/officeart/2005/8/layout/hProcess3"/>
    <dgm:cxn modelId="{ACFAF1E0-A67B-E047-9F2D-3CB8F78FEBD1}" type="presOf" srcId="{4DE7A279-4B44-1749-93B4-DDC4E18F1B7D}" destId="{F4D73FE8-0B4C-E247-8265-CC841A114C84}" srcOrd="0" destOrd="0" presId="urn:microsoft.com/office/officeart/2005/8/layout/hProcess3"/>
    <dgm:cxn modelId="{026740F8-0E64-A741-A7C1-F2709520E0C5}" srcId="{E7D64B27-399A-6042-BDEC-0C1CF4D36F1C}" destId="{96598C84-E449-8C4C-9CBD-4378484546EE}" srcOrd="0" destOrd="0" parTransId="{F6B4784B-2E4C-1B45-8D47-A37B71DE10B4}" sibTransId="{8B9577C4-C198-8448-AFED-8BCE69058B2F}"/>
    <dgm:cxn modelId="{1D0644FB-7A31-7041-BC2F-37352EDEFB1C}" type="presOf" srcId="{BCA5E4C6-3AC0-8E40-9AEF-5785C95CA9B0}" destId="{3B10BFB1-C7B6-4748-99B9-DAE94BEF5358}" srcOrd="0" destOrd="0" presId="urn:microsoft.com/office/officeart/2005/8/layout/hProcess3"/>
    <dgm:cxn modelId="{850D3FFC-0D4C-1145-B967-C4C02713ED68}" srcId="{8CAE4C32-BAF5-7141-A0BE-90D787A23F5A}" destId="{8D9717C8-241D-254A-9429-CB7323FC64B1}" srcOrd="0" destOrd="0" parTransId="{5139DBD3-31FC-6C4A-8AA8-328222DAA7D6}" sibTransId="{870EC921-B3DF-5F4A-B983-3480EC88940A}"/>
    <dgm:cxn modelId="{1DD6F8D1-7167-8344-BFC2-A22A8572CC3E}" type="presParOf" srcId="{9EAB9B7C-EDE4-8446-BE9F-C679EDF36D48}" destId="{11D7EF03-1108-474E-8A2C-9205328A78CC}" srcOrd="0" destOrd="0" presId="urn:microsoft.com/office/officeart/2005/8/layout/hProcess3"/>
    <dgm:cxn modelId="{4FBEDCBD-87F9-564F-A43A-E77BBD835357}" type="presParOf" srcId="{9EAB9B7C-EDE4-8446-BE9F-C679EDF36D48}" destId="{7EED504E-90B7-F74D-BD04-4677BCCF6D5E}" srcOrd="1" destOrd="0" presId="urn:microsoft.com/office/officeart/2005/8/layout/hProcess3"/>
    <dgm:cxn modelId="{FF416101-445B-2E4E-B76F-DC909A32A418}" type="presParOf" srcId="{7EED504E-90B7-F74D-BD04-4677BCCF6D5E}" destId="{09F32EA6-75A9-C446-98F4-6245E946B9AB}" srcOrd="0" destOrd="0" presId="urn:microsoft.com/office/officeart/2005/8/layout/hProcess3"/>
    <dgm:cxn modelId="{C80FD419-DF9E-F64B-81D6-1EAFE5A0E31D}" type="presParOf" srcId="{7EED504E-90B7-F74D-BD04-4677BCCF6D5E}" destId="{BC4BA432-628D-CF49-A047-BD074F192911}" srcOrd="1" destOrd="0" presId="urn:microsoft.com/office/officeart/2005/8/layout/hProcess3"/>
    <dgm:cxn modelId="{EEBF83A4-9869-EE4A-84CF-3F5512E4EE4B}" type="presParOf" srcId="{BC4BA432-628D-CF49-A047-BD074F192911}" destId="{6B23664D-6BD2-A84E-B878-C8718AC7A565}" srcOrd="0" destOrd="0" presId="urn:microsoft.com/office/officeart/2005/8/layout/hProcess3"/>
    <dgm:cxn modelId="{07B628A7-9514-8142-9B85-8CDD16580754}" type="presParOf" srcId="{BC4BA432-628D-CF49-A047-BD074F192911}" destId="{D93DDFB8-A01F-3346-AA2B-D71E94D68BEB}" srcOrd="1" destOrd="0" presId="urn:microsoft.com/office/officeart/2005/8/layout/hProcess3"/>
    <dgm:cxn modelId="{E29B9F47-468A-FA4A-AD25-2943EAF6A1C4}" type="presParOf" srcId="{BC4BA432-628D-CF49-A047-BD074F192911}" destId="{3ACCE193-D51F-CC40-9BBC-86555F51C1B8}" srcOrd="2" destOrd="0" presId="urn:microsoft.com/office/officeart/2005/8/layout/hProcess3"/>
    <dgm:cxn modelId="{EABD88A2-FE11-FE4A-AE1B-53EEED6AD5EA}" type="presParOf" srcId="{BC4BA432-628D-CF49-A047-BD074F192911}" destId="{C2E6CB18-8C1B-E04B-BB80-9452F550DFCA}" srcOrd="3" destOrd="0" presId="urn:microsoft.com/office/officeart/2005/8/layout/hProcess3"/>
    <dgm:cxn modelId="{5D8C5F4B-897E-1141-862E-269B2D3FCD7F}" type="presParOf" srcId="{BC4BA432-628D-CF49-A047-BD074F192911}" destId="{562011E7-6B5F-AD4D-9571-FC9B9CC5F3D9}" srcOrd="4" destOrd="0" presId="urn:microsoft.com/office/officeart/2005/8/layout/hProcess3"/>
    <dgm:cxn modelId="{E80C8469-3E13-794C-97C9-450C843F8DC9}" type="presParOf" srcId="{7EED504E-90B7-F74D-BD04-4677BCCF6D5E}" destId="{24BEEB93-438D-5541-BB9A-9C5BEF7896BD}" srcOrd="2" destOrd="0" presId="urn:microsoft.com/office/officeart/2005/8/layout/hProcess3"/>
    <dgm:cxn modelId="{9204C309-A0F4-CE4D-9088-1121890CE9A0}" type="presParOf" srcId="{7EED504E-90B7-F74D-BD04-4677BCCF6D5E}" destId="{723B7C84-D58E-8548-8281-FF5899ABC4AF}" srcOrd="3" destOrd="0" presId="urn:microsoft.com/office/officeart/2005/8/layout/hProcess3"/>
    <dgm:cxn modelId="{096AADF6-B4D1-4A41-8988-D075E5A8CD57}" type="presParOf" srcId="{723B7C84-D58E-8548-8281-FF5899ABC4AF}" destId="{9C0DFAA4-56FC-E244-AF26-B4565E7D63AE}" srcOrd="0" destOrd="0" presId="urn:microsoft.com/office/officeart/2005/8/layout/hProcess3"/>
    <dgm:cxn modelId="{9D90CC84-4526-8442-BB42-94681368687B}" type="presParOf" srcId="{723B7C84-D58E-8548-8281-FF5899ABC4AF}" destId="{4A309934-206E-AF47-B32E-A0064F1B8D53}" srcOrd="1" destOrd="0" presId="urn:microsoft.com/office/officeart/2005/8/layout/hProcess3"/>
    <dgm:cxn modelId="{FC7824F7-2698-4F46-B108-B6EA1D00B4DA}" type="presParOf" srcId="{723B7C84-D58E-8548-8281-FF5899ABC4AF}" destId="{BC5EC866-81F6-324B-9C1F-27B8FEA0538D}" srcOrd="2" destOrd="0" presId="urn:microsoft.com/office/officeart/2005/8/layout/hProcess3"/>
    <dgm:cxn modelId="{A2D4F9C9-8679-ED4D-AA42-2FC689AFB40A}" type="presParOf" srcId="{723B7C84-D58E-8548-8281-FF5899ABC4AF}" destId="{7B035785-DCAF-7C41-BDB5-2A0F4E8747D8}" srcOrd="3" destOrd="0" presId="urn:microsoft.com/office/officeart/2005/8/layout/hProcess3"/>
    <dgm:cxn modelId="{E5105450-1EDD-FA47-A287-E86F7107EEC1}" type="presParOf" srcId="{723B7C84-D58E-8548-8281-FF5899ABC4AF}" destId="{9946073A-1B51-A545-B83D-FFE86FB59C34}" srcOrd="4" destOrd="0" presId="urn:microsoft.com/office/officeart/2005/8/layout/hProcess3"/>
    <dgm:cxn modelId="{8ED8E452-BC68-F143-8136-CCFF30E05D1C}" type="presParOf" srcId="{7EED504E-90B7-F74D-BD04-4677BCCF6D5E}" destId="{71E78F25-CEB7-C742-A852-8356D7F50132}" srcOrd="4" destOrd="0" presId="urn:microsoft.com/office/officeart/2005/8/layout/hProcess3"/>
    <dgm:cxn modelId="{9CE6C823-33D7-8D4B-8945-DFCD9708EE1A}" type="presParOf" srcId="{7EED504E-90B7-F74D-BD04-4677BCCF6D5E}" destId="{35499958-41D7-3D4F-A1D9-09358C7CCC8D}" srcOrd="5" destOrd="0" presId="urn:microsoft.com/office/officeart/2005/8/layout/hProcess3"/>
    <dgm:cxn modelId="{5689942F-F74A-2045-8AE1-1D5A75F28F24}" type="presParOf" srcId="{35499958-41D7-3D4F-A1D9-09358C7CCC8D}" destId="{471DFF6A-EA26-4243-9C5E-1BD6A482C43D}" srcOrd="0" destOrd="0" presId="urn:microsoft.com/office/officeart/2005/8/layout/hProcess3"/>
    <dgm:cxn modelId="{921CC3C4-B7CF-9448-BA40-0D3EA5D84F43}" type="presParOf" srcId="{35499958-41D7-3D4F-A1D9-09358C7CCC8D}" destId="{3B0CBC77-BF20-724C-8446-42D7A875F810}" srcOrd="1" destOrd="0" presId="urn:microsoft.com/office/officeart/2005/8/layout/hProcess3"/>
    <dgm:cxn modelId="{A7969895-C2FE-4342-90F8-2BBE51607DDD}" type="presParOf" srcId="{35499958-41D7-3D4F-A1D9-09358C7CCC8D}" destId="{EC3C6B62-A061-9940-9DE5-8E170228C542}" srcOrd="2" destOrd="0" presId="urn:microsoft.com/office/officeart/2005/8/layout/hProcess3"/>
    <dgm:cxn modelId="{0529DC96-565F-8244-B43C-6B6A24872097}" type="presParOf" srcId="{35499958-41D7-3D4F-A1D9-09358C7CCC8D}" destId="{6E6F3792-E325-924F-9C73-8340F0A3D2AB}" srcOrd="3" destOrd="0" presId="urn:microsoft.com/office/officeart/2005/8/layout/hProcess3"/>
    <dgm:cxn modelId="{45092ADE-23C5-C84E-BA44-FF3A7E3F72DF}" type="presParOf" srcId="{35499958-41D7-3D4F-A1D9-09358C7CCC8D}" destId="{F4D73FE8-0B4C-E247-8265-CC841A114C84}" srcOrd="4" destOrd="0" presId="urn:microsoft.com/office/officeart/2005/8/layout/hProcess3"/>
    <dgm:cxn modelId="{6BCE9C39-823A-BA42-AA57-AFAA19FA9BD8}" type="presParOf" srcId="{7EED504E-90B7-F74D-BD04-4677BCCF6D5E}" destId="{0B58A48D-590B-3D47-92E0-9F0DC82C063B}" srcOrd="6" destOrd="0" presId="urn:microsoft.com/office/officeart/2005/8/layout/hProcess3"/>
    <dgm:cxn modelId="{5DB186EC-B1C2-004D-A0F3-BC0E44C9C4F5}" type="presParOf" srcId="{7EED504E-90B7-F74D-BD04-4677BCCF6D5E}" destId="{0888F8AA-D4EB-A94A-9FD9-E97467BE60EC}" srcOrd="7" destOrd="0" presId="urn:microsoft.com/office/officeart/2005/8/layout/hProcess3"/>
    <dgm:cxn modelId="{CE376E12-825F-3D4D-97D4-3B860E196300}" type="presParOf" srcId="{0888F8AA-D4EB-A94A-9FD9-E97467BE60EC}" destId="{4143D36B-39E3-2840-A111-C30F0AC1054E}" srcOrd="0" destOrd="0" presId="urn:microsoft.com/office/officeart/2005/8/layout/hProcess3"/>
    <dgm:cxn modelId="{F50C5184-A456-0847-81CF-5D8BE05814B7}" type="presParOf" srcId="{0888F8AA-D4EB-A94A-9FD9-E97467BE60EC}" destId="{8F8B1234-C967-F143-B957-8419900BB2CD}" srcOrd="1" destOrd="0" presId="urn:microsoft.com/office/officeart/2005/8/layout/hProcess3"/>
    <dgm:cxn modelId="{326A3681-3964-714F-A327-AEC4B5C20D35}" type="presParOf" srcId="{0888F8AA-D4EB-A94A-9FD9-E97467BE60EC}" destId="{4524BA00-A29A-2141-B0C6-CD45EDE12018}" srcOrd="2" destOrd="0" presId="urn:microsoft.com/office/officeart/2005/8/layout/hProcess3"/>
    <dgm:cxn modelId="{8E2BDB51-3C07-D64E-8B3D-DBC792A68A03}" type="presParOf" srcId="{0888F8AA-D4EB-A94A-9FD9-E97467BE60EC}" destId="{EE99272D-886B-4547-83DC-633F210E8C83}" srcOrd="3" destOrd="0" presId="urn:microsoft.com/office/officeart/2005/8/layout/hProcess3"/>
    <dgm:cxn modelId="{95A5058A-81EC-D04C-A882-65696CF4E938}" type="presParOf" srcId="{0888F8AA-D4EB-A94A-9FD9-E97467BE60EC}" destId="{6BC175BC-1D24-4148-9888-5059100A66AA}" srcOrd="4" destOrd="0" presId="urn:microsoft.com/office/officeart/2005/8/layout/hProcess3"/>
    <dgm:cxn modelId="{AF3360C7-E739-CE40-86FB-F66DC5649D0F}" type="presParOf" srcId="{7EED504E-90B7-F74D-BD04-4677BCCF6D5E}" destId="{AC5CEEAA-831E-0F42-A415-188E2C3E0EC4}" srcOrd="8" destOrd="0" presId="urn:microsoft.com/office/officeart/2005/8/layout/hProcess3"/>
    <dgm:cxn modelId="{A476C344-589F-E640-86A5-2DF2688575B9}" type="presParOf" srcId="{7EED504E-90B7-F74D-BD04-4677BCCF6D5E}" destId="{3F046277-9E59-FD41-9B4C-F8C427EC563A}" srcOrd="9" destOrd="0" presId="urn:microsoft.com/office/officeart/2005/8/layout/hProcess3"/>
    <dgm:cxn modelId="{A9A34255-72A3-2442-B68B-49916F7478F1}" type="presParOf" srcId="{3F046277-9E59-FD41-9B4C-F8C427EC563A}" destId="{C0BEF48F-BFC1-BF40-B19D-5BFD04E059C4}" srcOrd="0" destOrd="0" presId="urn:microsoft.com/office/officeart/2005/8/layout/hProcess3"/>
    <dgm:cxn modelId="{8EC31643-8245-2148-A84C-7F34A5584FE4}" type="presParOf" srcId="{3F046277-9E59-FD41-9B4C-F8C427EC563A}" destId="{5913F795-0BB5-B347-B8F4-C416D03395B0}" srcOrd="1" destOrd="0" presId="urn:microsoft.com/office/officeart/2005/8/layout/hProcess3"/>
    <dgm:cxn modelId="{E7280C05-6A8B-EF48-A74F-503E6BBADF3F}" type="presParOf" srcId="{3F046277-9E59-FD41-9B4C-F8C427EC563A}" destId="{3F726808-D852-7940-8A40-AE5129FBBB0D}" srcOrd="2" destOrd="0" presId="urn:microsoft.com/office/officeart/2005/8/layout/hProcess3"/>
    <dgm:cxn modelId="{ACF63B4A-58D9-2545-A38C-2B6E25602F4B}" type="presParOf" srcId="{3F046277-9E59-FD41-9B4C-F8C427EC563A}" destId="{79E50574-DBC3-0F46-9BA2-AD6956E8F767}" srcOrd="3" destOrd="0" presId="urn:microsoft.com/office/officeart/2005/8/layout/hProcess3"/>
    <dgm:cxn modelId="{3BBCB5B8-11E9-834F-AA50-B3811BE10113}" type="presParOf" srcId="{3F046277-9E59-FD41-9B4C-F8C427EC563A}" destId="{3B10BFB1-C7B6-4748-99B9-DAE94BEF5358}" srcOrd="4" destOrd="0" presId="urn:microsoft.com/office/officeart/2005/8/layout/hProcess3"/>
    <dgm:cxn modelId="{B9EEF814-0F1C-F548-BEB4-681F0BA4E9FB}" type="presParOf" srcId="{7EED504E-90B7-F74D-BD04-4677BCCF6D5E}" destId="{6E9BA3A2-F310-AD4A-9004-6B5311B448F0}" srcOrd="10" destOrd="0" presId="urn:microsoft.com/office/officeart/2005/8/layout/hProcess3"/>
    <dgm:cxn modelId="{5EE21663-F83F-7F45-981A-24F09B70FC06}" type="presParOf" srcId="{7EED504E-90B7-F74D-BD04-4677BCCF6D5E}" destId="{945C9818-A65A-564A-8192-1E46801C920A}" srcOrd="11" destOrd="0" presId="urn:microsoft.com/office/officeart/2005/8/layout/hProcess3"/>
    <dgm:cxn modelId="{81C31130-6EB4-1F4A-8630-B1CCBCB56311}" type="presParOf" srcId="{7EED504E-90B7-F74D-BD04-4677BCCF6D5E}" destId="{EE87DCC7-5997-A947-81EA-B1E07C0E5D4F}" srcOrd="12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68005-4651-DE42-B0A6-C0D77AD10F03}">
      <dsp:nvSpPr>
        <dsp:cNvPr id="0" name=""/>
        <dsp:cNvSpPr/>
      </dsp:nvSpPr>
      <dsp:spPr>
        <a:xfrm>
          <a:off x="0" y="176604"/>
          <a:ext cx="89154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934" tIns="166624" rIns="69193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800" kern="1200" dirty="0"/>
            <a:t>203 </a:t>
          </a:r>
          <a:r>
            <a:rPr kumimoji="1" lang="ja-JP" altLang="en-US" sz="800" kern="1200"/>
            <a:t>一般オブジェクト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800" kern="1200" dirty="0"/>
            <a:t>200 13</a:t>
          </a:r>
          <a:r>
            <a:rPr kumimoji="1" lang="ja-JP" altLang="ja-JP" sz="800" kern="1200"/>
            <a:t>桁の国際標準図書番号の割り当てを受けている書籍オブジェクト</a:t>
          </a:r>
          <a:endParaRPr kumimoji="1" lang="ja-JP" alt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en-US" sz="800" kern="1200" dirty="0"/>
            <a:t>201 10</a:t>
          </a:r>
          <a:r>
            <a:rPr kumimoji="1" lang="ja-JP" altLang="en-US" sz="800" kern="1200"/>
            <a:t>桁の国際標準図書番号の割り当てを受けている書籍オブジェクト</a:t>
          </a:r>
        </a:p>
      </dsp:txBody>
      <dsp:txXfrm>
        <a:off x="0" y="176604"/>
        <a:ext cx="8915400" cy="831600"/>
      </dsp:txXfrm>
    </dsp:sp>
    <dsp:sp modelId="{100FF1FF-1F54-0246-9B3C-F76D8DBE8697}">
      <dsp:nvSpPr>
        <dsp:cNvPr id="0" name=""/>
        <dsp:cNvSpPr/>
      </dsp:nvSpPr>
      <dsp:spPr>
        <a:xfrm>
          <a:off x="445770" y="58524"/>
          <a:ext cx="6240780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800" kern="1200" dirty="0"/>
            <a:t>TSV-BK: </a:t>
          </a:r>
          <a:r>
            <a:rPr kumimoji="1" lang="ja-JP" altLang="en-US" sz="800" kern="1200"/>
            <a:t>書籍</a:t>
          </a:r>
        </a:p>
      </dsp:txBody>
      <dsp:txXfrm>
        <a:off x="457298" y="70052"/>
        <a:ext cx="6217724" cy="213104"/>
      </dsp:txXfrm>
    </dsp:sp>
    <dsp:sp modelId="{9F4C332E-9582-8A46-817D-46D51C409C19}">
      <dsp:nvSpPr>
        <dsp:cNvPr id="0" name=""/>
        <dsp:cNvSpPr/>
      </dsp:nvSpPr>
      <dsp:spPr>
        <a:xfrm>
          <a:off x="0" y="1169484"/>
          <a:ext cx="8915400" cy="415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934" tIns="166624" rIns="69193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800" kern="1200" dirty="0"/>
            <a:t>205 </a:t>
          </a:r>
          <a:r>
            <a:rPr kumimoji="1" lang="ja-JP" altLang="en-US" sz="800" kern="1200"/>
            <a:t>一般オブジェクト</a:t>
          </a:r>
        </a:p>
      </dsp:txBody>
      <dsp:txXfrm>
        <a:off x="0" y="1169484"/>
        <a:ext cx="8915400" cy="415800"/>
      </dsp:txXfrm>
    </dsp:sp>
    <dsp:sp modelId="{3BDA376B-2879-3B4A-9C54-151F3857764D}">
      <dsp:nvSpPr>
        <dsp:cNvPr id="0" name=""/>
        <dsp:cNvSpPr/>
      </dsp:nvSpPr>
      <dsp:spPr>
        <a:xfrm>
          <a:off x="445770" y="1051404"/>
          <a:ext cx="6240780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/>
            <a:t>書籍</a:t>
          </a:r>
          <a:r>
            <a:rPr kumimoji="1" lang="en-US" altLang="ja-JP" sz="800" kern="1200" dirty="0"/>
            <a:t>G</a:t>
          </a:r>
          <a:endParaRPr kumimoji="1" lang="ja-JP" altLang="en-US" sz="800" kern="1200"/>
        </a:p>
      </dsp:txBody>
      <dsp:txXfrm>
        <a:off x="457298" y="1062932"/>
        <a:ext cx="6217724" cy="213104"/>
      </dsp:txXfrm>
    </dsp:sp>
    <dsp:sp modelId="{E7EAF829-B1CD-994F-BBD6-C2351B03FB2A}">
      <dsp:nvSpPr>
        <dsp:cNvPr id="0" name=""/>
        <dsp:cNvSpPr/>
      </dsp:nvSpPr>
      <dsp:spPr>
        <a:xfrm>
          <a:off x="0" y="1746564"/>
          <a:ext cx="8915400" cy="415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934" tIns="166624" rIns="69193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800" kern="1200" dirty="0"/>
            <a:t>210 </a:t>
          </a:r>
          <a:r>
            <a:rPr kumimoji="1" lang="ja-JP" altLang="en-US" sz="800" kern="1200"/>
            <a:t>一般オブジェクト</a:t>
          </a:r>
        </a:p>
      </dsp:txBody>
      <dsp:txXfrm>
        <a:off x="0" y="1746564"/>
        <a:ext cx="8915400" cy="415800"/>
      </dsp:txXfrm>
    </dsp:sp>
    <dsp:sp modelId="{57274B43-1D49-9D4C-B47B-222054ED5261}">
      <dsp:nvSpPr>
        <dsp:cNvPr id="0" name=""/>
        <dsp:cNvSpPr/>
      </dsp:nvSpPr>
      <dsp:spPr>
        <a:xfrm>
          <a:off x="445770" y="1628484"/>
          <a:ext cx="6240780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/>
            <a:t>記録資料等</a:t>
          </a:r>
        </a:p>
      </dsp:txBody>
      <dsp:txXfrm>
        <a:off x="457298" y="1640012"/>
        <a:ext cx="6217724" cy="213104"/>
      </dsp:txXfrm>
    </dsp:sp>
    <dsp:sp modelId="{F9F8A9CA-6B9F-8F4C-B191-13A0D795AEEB}">
      <dsp:nvSpPr>
        <dsp:cNvPr id="0" name=""/>
        <dsp:cNvSpPr/>
      </dsp:nvSpPr>
      <dsp:spPr>
        <a:xfrm>
          <a:off x="0" y="2323644"/>
          <a:ext cx="8915400" cy="61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934" tIns="166624" rIns="69193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800" kern="1200" dirty="0"/>
            <a:t>215 </a:t>
          </a:r>
          <a:r>
            <a:rPr kumimoji="1" lang="ja-JP" altLang="en-US" sz="800" kern="1200"/>
            <a:t>一般オブジェクト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800" kern="1200" dirty="0"/>
            <a:t>215 </a:t>
          </a:r>
          <a:r>
            <a:rPr kumimoji="1" lang="ja-JP" altLang="en-US" sz="800" kern="1200"/>
            <a:t>システムで予約済みの資料発行者オブジェクト</a:t>
          </a:r>
        </a:p>
      </dsp:txBody>
      <dsp:txXfrm>
        <a:off x="0" y="2323644"/>
        <a:ext cx="8915400" cy="617400"/>
      </dsp:txXfrm>
    </dsp:sp>
    <dsp:sp modelId="{7CC9F37B-3573-204C-A3A9-25E22E1CDFD8}">
      <dsp:nvSpPr>
        <dsp:cNvPr id="0" name=""/>
        <dsp:cNvSpPr/>
      </dsp:nvSpPr>
      <dsp:spPr>
        <a:xfrm>
          <a:off x="445770" y="2205564"/>
          <a:ext cx="6240780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/>
            <a:t>資料発行者</a:t>
          </a:r>
        </a:p>
      </dsp:txBody>
      <dsp:txXfrm>
        <a:off x="457298" y="2217092"/>
        <a:ext cx="6217724" cy="213104"/>
      </dsp:txXfrm>
    </dsp:sp>
    <dsp:sp modelId="{7FF1DCE8-EFFA-D249-8D91-633D9367E98A}">
      <dsp:nvSpPr>
        <dsp:cNvPr id="0" name=""/>
        <dsp:cNvSpPr/>
      </dsp:nvSpPr>
      <dsp:spPr>
        <a:xfrm>
          <a:off x="0" y="3102325"/>
          <a:ext cx="8915400" cy="61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934" tIns="166624" rIns="691934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800" kern="1200" dirty="0"/>
            <a:t>220 </a:t>
          </a:r>
          <a:r>
            <a:rPr kumimoji="1" lang="ja-JP" altLang="en-US" sz="800" kern="1200"/>
            <a:t>一般オブジェクト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800" kern="1200" dirty="0"/>
            <a:t>220 </a:t>
          </a:r>
          <a:r>
            <a:rPr kumimoji="1" lang="ja-JP" altLang="en-US" sz="800" kern="1200"/>
            <a:t>システムで予約済みの書架オブジェクト</a:t>
          </a:r>
        </a:p>
      </dsp:txBody>
      <dsp:txXfrm>
        <a:off x="0" y="3102325"/>
        <a:ext cx="8915400" cy="617400"/>
      </dsp:txXfrm>
    </dsp:sp>
    <dsp:sp modelId="{69C895A6-8E8E-FB42-B9E3-2D4F1E578995}">
      <dsp:nvSpPr>
        <dsp:cNvPr id="0" name=""/>
        <dsp:cNvSpPr/>
      </dsp:nvSpPr>
      <dsp:spPr>
        <a:xfrm>
          <a:off x="445770" y="2984245"/>
          <a:ext cx="6240780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/>
            <a:t>書架</a:t>
          </a:r>
        </a:p>
      </dsp:txBody>
      <dsp:txXfrm>
        <a:off x="457298" y="2995773"/>
        <a:ext cx="6217724" cy="2131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6509BB-37BD-4140-8BD6-CCC8F6D5DB0E}">
      <dsp:nvSpPr>
        <dsp:cNvPr id="0" name=""/>
        <dsp:cNvSpPr/>
      </dsp:nvSpPr>
      <dsp:spPr>
        <a:xfrm>
          <a:off x="0" y="2410350"/>
          <a:ext cx="8915400" cy="7818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700" kern="1200" dirty="0"/>
            <a:t>Column</a:t>
          </a:r>
          <a:endParaRPr kumimoji="1" lang="ja-JP" altLang="en-US" sz="2700" kern="1200"/>
        </a:p>
      </dsp:txBody>
      <dsp:txXfrm>
        <a:off x="0" y="2410350"/>
        <a:ext cx="2674620" cy="781838"/>
      </dsp:txXfrm>
    </dsp:sp>
    <dsp:sp modelId="{BF26F8EA-38C4-494D-8212-CD1B9B935F74}">
      <dsp:nvSpPr>
        <dsp:cNvPr id="0" name=""/>
        <dsp:cNvSpPr/>
      </dsp:nvSpPr>
      <dsp:spPr>
        <a:xfrm>
          <a:off x="0" y="1498205"/>
          <a:ext cx="8915400" cy="7818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700" kern="1200" dirty="0"/>
            <a:t>Table</a:t>
          </a:r>
          <a:endParaRPr kumimoji="1" lang="ja-JP" altLang="en-US" sz="2700" kern="1200"/>
        </a:p>
      </dsp:txBody>
      <dsp:txXfrm>
        <a:off x="0" y="1498205"/>
        <a:ext cx="2674620" cy="781838"/>
      </dsp:txXfrm>
    </dsp:sp>
    <dsp:sp modelId="{8765BCE1-C0D7-0240-A34E-A0B97FEEDF1E}">
      <dsp:nvSpPr>
        <dsp:cNvPr id="0" name=""/>
        <dsp:cNvSpPr/>
      </dsp:nvSpPr>
      <dsp:spPr>
        <a:xfrm>
          <a:off x="0" y="586060"/>
          <a:ext cx="8915400" cy="7818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700" kern="1200" dirty="0"/>
            <a:t>DB</a:t>
          </a:r>
          <a:endParaRPr kumimoji="1" lang="ja-JP" altLang="en-US" sz="2700" kern="1200"/>
        </a:p>
      </dsp:txBody>
      <dsp:txXfrm>
        <a:off x="0" y="586060"/>
        <a:ext cx="2674620" cy="781838"/>
      </dsp:txXfrm>
    </dsp:sp>
    <dsp:sp modelId="{ADB677D8-1005-A247-906E-2B5DAB721940}">
      <dsp:nvSpPr>
        <dsp:cNvPr id="0" name=""/>
        <dsp:cNvSpPr/>
      </dsp:nvSpPr>
      <dsp:spPr>
        <a:xfrm>
          <a:off x="5217206" y="651213"/>
          <a:ext cx="977298" cy="651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 err="1"/>
            <a:t>ShimaNev.db</a:t>
          </a:r>
          <a:br>
            <a:rPr kumimoji="1" lang="en-US" altLang="ja-JP" sz="1000" kern="1200" dirty="0"/>
          </a:br>
          <a:r>
            <a:rPr kumimoji="1" lang="en-US" altLang="ja-JP" sz="1000" kern="1200" dirty="0"/>
            <a:t>(SQLite)</a:t>
          </a:r>
          <a:endParaRPr kumimoji="1" lang="ja-JP" altLang="en-US" sz="1000" kern="1200"/>
        </a:p>
      </dsp:txBody>
      <dsp:txXfrm>
        <a:off x="5236289" y="670296"/>
        <a:ext cx="939132" cy="613366"/>
      </dsp:txXfrm>
    </dsp:sp>
    <dsp:sp modelId="{96B309E1-9D06-5644-B819-569FF57A6AAE}">
      <dsp:nvSpPr>
        <dsp:cNvPr id="0" name=""/>
        <dsp:cNvSpPr/>
      </dsp:nvSpPr>
      <dsp:spPr>
        <a:xfrm>
          <a:off x="3164879" y="1302745"/>
          <a:ext cx="2540976" cy="260612"/>
        </a:xfrm>
        <a:custGeom>
          <a:avLst/>
          <a:gdLst/>
          <a:ahLst/>
          <a:cxnLst/>
          <a:rect l="0" t="0" r="0" b="0"/>
          <a:pathLst>
            <a:path>
              <a:moveTo>
                <a:pt x="2540976" y="0"/>
              </a:moveTo>
              <a:lnTo>
                <a:pt x="2540976" y="130306"/>
              </a:lnTo>
              <a:lnTo>
                <a:pt x="0" y="130306"/>
              </a:lnTo>
              <a:lnTo>
                <a:pt x="0" y="260612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F47E80-2A34-924B-B665-1BED90DADF3A}">
      <dsp:nvSpPr>
        <dsp:cNvPr id="0" name=""/>
        <dsp:cNvSpPr/>
      </dsp:nvSpPr>
      <dsp:spPr>
        <a:xfrm>
          <a:off x="2676230" y="1563358"/>
          <a:ext cx="977298" cy="651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/>
            <a:t>Books</a:t>
          </a:r>
          <a:endParaRPr kumimoji="1" lang="ja-JP" altLang="en-US" sz="1000" kern="1200"/>
        </a:p>
      </dsp:txBody>
      <dsp:txXfrm>
        <a:off x="2695313" y="1582441"/>
        <a:ext cx="939132" cy="613366"/>
      </dsp:txXfrm>
    </dsp:sp>
    <dsp:sp modelId="{ED8CE0AF-6CC0-D146-A65A-25AD3E5DF9C5}">
      <dsp:nvSpPr>
        <dsp:cNvPr id="0" name=""/>
        <dsp:cNvSpPr/>
      </dsp:nvSpPr>
      <dsp:spPr>
        <a:xfrm>
          <a:off x="3119159" y="2214891"/>
          <a:ext cx="91440" cy="260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061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42C18A-BFBD-5540-87E6-3D743A5B7847}">
      <dsp:nvSpPr>
        <dsp:cNvPr id="0" name=""/>
        <dsp:cNvSpPr/>
      </dsp:nvSpPr>
      <dsp:spPr>
        <a:xfrm>
          <a:off x="2676230" y="2475504"/>
          <a:ext cx="977298" cy="651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/>
            <a:t>...</a:t>
          </a:r>
          <a:endParaRPr kumimoji="1" lang="ja-JP" altLang="en-US" sz="1000" kern="1200"/>
        </a:p>
      </dsp:txBody>
      <dsp:txXfrm>
        <a:off x="2695313" y="2494587"/>
        <a:ext cx="939132" cy="613366"/>
      </dsp:txXfrm>
    </dsp:sp>
    <dsp:sp modelId="{75F8944D-0ACF-414B-9D31-FF899024FB97}">
      <dsp:nvSpPr>
        <dsp:cNvPr id="0" name=""/>
        <dsp:cNvSpPr/>
      </dsp:nvSpPr>
      <dsp:spPr>
        <a:xfrm>
          <a:off x="4435367" y="1302745"/>
          <a:ext cx="1270488" cy="260612"/>
        </a:xfrm>
        <a:custGeom>
          <a:avLst/>
          <a:gdLst/>
          <a:ahLst/>
          <a:cxnLst/>
          <a:rect l="0" t="0" r="0" b="0"/>
          <a:pathLst>
            <a:path>
              <a:moveTo>
                <a:pt x="1270488" y="0"/>
              </a:moveTo>
              <a:lnTo>
                <a:pt x="1270488" y="130306"/>
              </a:lnTo>
              <a:lnTo>
                <a:pt x="0" y="130306"/>
              </a:lnTo>
              <a:lnTo>
                <a:pt x="0" y="260612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D982C2-0FC1-904E-B987-91FD0073B6E4}">
      <dsp:nvSpPr>
        <dsp:cNvPr id="0" name=""/>
        <dsp:cNvSpPr/>
      </dsp:nvSpPr>
      <dsp:spPr>
        <a:xfrm>
          <a:off x="3946718" y="1563358"/>
          <a:ext cx="977298" cy="651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/>
            <a:t>Book_Groups</a:t>
          </a:r>
          <a:endParaRPr kumimoji="1" lang="ja-JP" altLang="en-US" sz="1000" kern="1200"/>
        </a:p>
      </dsp:txBody>
      <dsp:txXfrm>
        <a:off x="3965801" y="1582441"/>
        <a:ext cx="939132" cy="613366"/>
      </dsp:txXfrm>
    </dsp:sp>
    <dsp:sp modelId="{326962A7-4E87-C744-ADB5-0F7E086F9900}">
      <dsp:nvSpPr>
        <dsp:cNvPr id="0" name=""/>
        <dsp:cNvSpPr/>
      </dsp:nvSpPr>
      <dsp:spPr>
        <a:xfrm>
          <a:off x="4389647" y="2214891"/>
          <a:ext cx="91440" cy="260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061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CE85E4-9604-0F43-B44F-AEE5384A7C30}">
      <dsp:nvSpPr>
        <dsp:cNvPr id="0" name=""/>
        <dsp:cNvSpPr/>
      </dsp:nvSpPr>
      <dsp:spPr>
        <a:xfrm>
          <a:off x="3946718" y="2475504"/>
          <a:ext cx="977298" cy="651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/>
            <a:t>...</a:t>
          </a:r>
          <a:endParaRPr kumimoji="1" lang="ja-JP" altLang="en-US" sz="1000" kern="1200"/>
        </a:p>
      </dsp:txBody>
      <dsp:txXfrm>
        <a:off x="3965801" y="2494587"/>
        <a:ext cx="939132" cy="613366"/>
      </dsp:txXfrm>
    </dsp:sp>
    <dsp:sp modelId="{B112EA38-A9CD-EA42-8031-95975E8DF939}">
      <dsp:nvSpPr>
        <dsp:cNvPr id="0" name=""/>
        <dsp:cNvSpPr/>
      </dsp:nvSpPr>
      <dsp:spPr>
        <a:xfrm>
          <a:off x="5660136" y="1302745"/>
          <a:ext cx="91440" cy="260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0612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F0CF29-0DC0-DD4D-AF03-CC2E2FF1B296}">
      <dsp:nvSpPr>
        <dsp:cNvPr id="0" name=""/>
        <dsp:cNvSpPr/>
      </dsp:nvSpPr>
      <dsp:spPr>
        <a:xfrm>
          <a:off x="5217206" y="1563358"/>
          <a:ext cx="977298" cy="651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/>
            <a:t>Records</a:t>
          </a:r>
          <a:endParaRPr kumimoji="1" lang="ja-JP" altLang="en-US" sz="1000" kern="1200"/>
        </a:p>
      </dsp:txBody>
      <dsp:txXfrm>
        <a:off x="5236289" y="1582441"/>
        <a:ext cx="939132" cy="613366"/>
      </dsp:txXfrm>
    </dsp:sp>
    <dsp:sp modelId="{EAE0486C-B5F4-B44D-8996-33D1EBAE45E9}">
      <dsp:nvSpPr>
        <dsp:cNvPr id="0" name=""/>
        <dsp:cNvSpPr/>
      </dsp:nvSpPr>
      <dsp:spPr>
        <a:xfrm>
          <a:off x="5660136" y="2214891"/>
          <a:ext cx="91440" cy="260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061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D62900-D6CC-EC40-A8EF-077ABCA6C645}">
      <dsp:nvSpPr>
        <dsp:cNvPr id="0" name=""/>
        <dsp:cNvSpPr/>
      </dsp:nvSpPr>
      <dsp:spPr>
        <a:xfrm>
          <a:off x="5217206" y="2475504"/>
          <a:ext cx="977298" cy="651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/>
            <a:t>...</a:t>
          </a:r>
          <a:endParaRPr kumimoji="1" lang="ja-JP" altLang="en-US" sz="1000" kern="1200"/>
        </a:p>
      </dsp:txBody>
      <dsp:txXfrm>
        <a:off x="5236289" y="2494587"/>
        <a:ext cx="939132" cy="613366"/>
      </dsp:txXfrm>
    </dsp:sp>
    <dsp:sp modelId="{EF048270-D8A6-5B45-8CF0-458283DE1BE2}">
      <dsp:nvSpPr>
        <dsp:cNvPr id="0" name=""/>
        <dsp:cNvSpPr/>
      </dsp:nvSpPr>
      <dsp:spPr>
        <a:xfrm>
          <a:off x="5705856" y="1302745"/>
          <a:ext cx="1270488" cy="260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306"/>
              </a:lnTo>
              <a:lnTo>
                <a:pt x="1270488" y="130306"/>
              </a:lnTo>
              <a:lnTo>
                <a:pt x="1270488" y="260612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791BE8-28D6-F445-A78B-2581CD704C15}">
      <dsp:nvSpPr>
        <dsp:cNvPr id="0" name=""/>
        <dsp:cNvSpPr/>
      </dsp:nvSpPr>
      <dsp:spPr>
        <a:xfrm>
          <a:off x="6487694" y="1563358"/>
          <a:ext cx="977298" cy="651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/>
            <a:t>Issuers</a:t>
          </a:r>
          <a:endParaRPr kumimoji="1" lang="ja-JP" altLang="en-US" sz="1000" kern="1200"/>
        </a:p>
      </dsp:txBody>
      <dsp:txXfrm>
        <a:off x="6506777" y="1582441"/>
        <a:ext cx="939132" cy="613366"/>
      </dsp:txXfrm>
    </dsp:sp>
    <dsp:sp modelId="{E6A13614-409E-7D40-AA6C-F03C0BC21128}">
      <dsp:nvSpPr>
        <dsp:cNvPr id="0" name=""/>
        <dsp:cNvSpPr/>
      </dsp:nvSpPr>
      <dsp:spPr>
        <a:xfrm>
          <a:off x="6930624" y="2214891"/>
          <a:ext cx="91440" cy="260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061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DC344B-9FA7-0848-B3BC-1711D789421E}">
      <dsp:nvSpPr>
        <dsp:cNvPr id="0" name=""/>
        <dsp:cNvSpPr/>
      </dsp:nvSpPr>
      <dsp:spPr>
        <a:xfrm>
          <a:off x="6487694" y="2475504"/>
          <a:ext cx="977298" cy="651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/>
            <a:t>...</a:t>
          </a:r>
          <a:endParaRPr kumimoji="1" lang="ja-JP" altLang="en-US" sz="1000" kern="1200"/>
        </a:p>
      </dsp:txBody>
      <dsp:txXfrm>
        <a:off x="6506777" y="2494587"/>
        <a:ext cx="939132" cy="613366"/>
      </dsp:txXfrm>
    </dsp:sp>
    <dsp:sp modelId="{F6AF8134-04BE-494F-B5EB-8FA915444B95}">
      <dsp:nvSpPr>
        <dsp:cNvPr id="0" name=""/>
        <dsp:cNvSpPr/>
      </dsp:nvSpPr>
      <dsp:spPr>
        <a:xfrm>
          <a:off x="5705856" y="1302745"/>
          <a:ext cx="2540976" cy="260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306"/>
              </a:lnTo>
              <a:lnTo>
                <a:pt x="2540976" y="130306"/>
              </a:lnTo>
              <a:lnTo>
                <a:pt x="2540976" y="260612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A31F19-2FCB-2B4A-BAEF-09D14CA03A75}">
      <dsp:nvSpPr>
        <dsp:cNvPr id="0" name=""/>
        <dsp:cNvSpPr/>
      </dsp:nvSpPr>
      <dsp:spPr>
        <a:xfrm>
          <a:off x="7758182" y="1563358"/>
          <a:ext cx="977298" cy="651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/>
            <a:t>Shelves</a:t>
          </a:r>
          <a:endParaRPr kumimoji="1" lang="ja-JP" altLang="en-US" sz="1000" kern="1200"/>
        </a:p>
      </dsp:txBody>
      <dsp:txXfrm>
        <a:off x="7777265" y="1582441"/>
        <a:ext cx="939132" cy="613366"/>
      </dsp:txXfrm>
    </dsp:sp>
    <dsp:sp modelId="{357E6134-13B4-E841-813A-71331BE1BB16}">
      <dsp:nvSpPr>
        <dsp:cNvPr id="0" name=""/>
        <dsp:cNvSpPr/>
      </dsp:nvSpPr>
      <dsp:spPr>
        <a:xfrm>
          <a:off x="8201112" y="2214891"/>
          <a:ext cx="91440" cy="260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061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C439B0-278D-E242-B95C-BB81AB7D7D96}">
      <dsp:nvSpPr>
        <dsp:cNvPr id="0" name=""/>
        <dsp:cNvSpPr/>
      </dsp:nvSpPr>
      <dsp:spPr>
        <a:xfrm>
          <a:off x="7758182" y="2475504"/>
          <a:ext cx="977298" cy="651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/>
            <a:t>...</a:t>
          </a:r>
          <a:endParaRPr kumimoji="1" lang="ja-JP" altLang="en-US" sz="1000" kern="1200"/>
        </a:p>
      </dsp:txBody>
      <dsp:txXfrm>
        <a:off x="7777265" y="2494587"/>
        <a:ext cx="939132" cy="6133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87DCC7-5997-A947-81EA-B1E07C0E5D4F}">
      <dsp:nvSpPr>
        <dsp:cNvPr id="0" name=""/>
        <dsp:cNvSpPr/>
      </dsp:nvSpPr>
      <dsp:spPr>
        <a:xfrm>
          <a:off x="0" y="999925"/>
          <a:ext cx="8915400" cy="1368000"/>
        </a:xfrm>
        <a:prstGeom prst="rightArrow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0BFB1-C7B6-4748-99B9-DAE94BEF5358}">
      <dsp:nvSpPr>
        <dsp:cNvPr id="0" name=""/>
        <dsp:cNvSpPr/>
      </dsp:nvSpPr>
      <dsp:spPr>
        <a:xfrm>
          <a:off x="6763602" y="2094325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500" kern="1200"/>
            <a:t>チェック</a:t>
          </a:r>
          <a:br>
            <a:rPr kumimoji="1" lang="en-US" altLang="ja-JP" sz="1500" kern="1200" dirty="0"/>
          </a:br>
          <a:r>
            <a:rPr kumimoji="1" lang="ja-JP" altLang="en-US" sz="1500" kern="1200"/>
            <a:t>コード</a:t>
          </a:r>
        </a:p>
      </dsp:txBody>
      <dsp:txXfrm>
        <a:off x="6763602" y="2094325"/>
        <a:ext cx="1260257" cy="684000"/>
      </dsp:txXfrm>
    </dsp:sp>
    <dsp:sp modelId="{5913F795-0BB5-B347-B8F4-C416D03395B0}">
      <dsp:nvSpPr>
        <dsp:cNvPr id="0" name=""/>
        <dsp:cNvSpPr/>
      </dsp:nvSpPr>
      <dsp:spPr>
        <a:xfrm>
          <a:off x="6763602" y="1341924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6</a:t>
          </a:r>
          <a:endParaRPr kumimoji="1" lang="ja-JP" altLang="en-US" sz="1900" kern="1200"/>
        </a:p>
      </dsp:txBody>
      <dsp:txXfrm>
        <a:off x="6763602" y="1341924"/>
        <a:ext cx="1260257" cy="684000"/>
      </dsp:txXfrm>
    </dsp:sp>
    <dsp:sp modelId="{6BC175BC-1D24-4148-9888-5059100A66AA}">
      <dsp:nvSpPr>
        <dsp:cNvPr id="0" name=""/>
        <dsp:cNvSpPr/>
      </dsp:nvSpPr>
      <dsp:spPr>
        <a:xfrm>
          <a:off x="5251292" y="2094325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500" kern="1200"/>
            <a:t>固有番号</a:t>
          </a:r>
        </a:p>
      </dsp:txBody>
      <dsp:txXfrm>
        <a:off x="5251292" y="2094325"/>
        <a:ext cx="1260257" cy="684000"/>
      </dsp:txXfrm>
    </dsp:sp>
    <dsp:sp modelId="{8F8B1234-C967-F143-B957-8419900BB2CD}">
      <dsp:nvSpPr>
        <dsp:cNvPr id="0" name=""/>
        <dsp:cNvSpPr/>
      </dsp:nvSpPr>
      <dsp:spPr>
        <a:xfrm>
          <a:off x="5251292" y="1341924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/>
            <a:t>000000000</a:t>
          </a:r>
          <a:endParaRPr kumimoji="1" lang="ja-JP" altLang="en-US" sz="1900" kern="1200"/>
        </a:p>
      </dsp:txBody>
      <dsp:txXfrm>
        <a:off x="5251292" y="1341924"/>
        <a:ext cx="1260257" cy="684000"/>
      </dsp:txXfrm>
    </dsp:sp>
    <dsp:sp modelId="{F4D73FE8-0B4C-E247-8265-CC841A114C84}">
      <dsp:nvSpPr>
        <dsp:cNvPr id="0" name=""/>
        <dsp:cNvSpPr/>
      </dsp:nvSpPr>
      <dsp:spPr>
        <a:xfrm>
          <a:off x="3738982" y="2094325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500" kern="1200"/>
            <a:t>オブジェクト区分コード</a:t>
          </a:r>
        </a:p>
      </dsp:txBody>
      <dsp:txXfrm>
        <a:off x="3738982" y="2094325"/>
        <a:ext cx="1260257" cy="684000"/>
      </dsp:txXfrm>
    </dsp:sp>
    <dsp:sp modelId="{3B0CBC77-BF20-724C-8446-42D7A875F810}">
      <dsp:nvSpPr>
        <dsp:cNvPr id="0" name=""/>
        <dsp:cNvSpPr/>
      </dsp:nvSpPr>
      <dsp:spPr>
        <a:xfrm>
          <a:off x="3738982" y="1341924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203</a:t>
          </a:r>
          <a:endParaRPr kumimoji="1" lang="ja-JP" altLang="en-US" sz="1900" kern="1200"/>
        </a:p>
      </dsp:txBody>
      <dsp:txXfrm>
        <a:off x="3738982" y="1341924"/>
        <a:ext cx="1260257" cy="684000"/>
      </dsp:txXfrm>
    </dsp:sp>
    <dsp:sp modelId="{9946073A-1B51-A545-B83D-FFE86FB59C34}">
      <dsp:nvSpPr>
        <dsp:cNvPr id="0" name=""/>
        <dsp:cNvSpPr/>
      </dsp:nvSpPr>
      <dsp:spPr>
        <a:xfrm>
          <a:off x="2226673" y="2094325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500" kern="1200"/>
            <a:t>オブジェクト区分記号</a:t>
          </a:r>
        </a:p>
      </dsp:txBody>
      <dsp:txXfrm>
        <a:off x="2226673" y="2094325"/>
        <a:ext cx="1260257" cy="684000"/>
      </dsp:txXfrm>
    </dsp:sp>
    <dsp:sp modelId="{4A309934-206E-AF47-B32E-A0064F1B8D53}">
      <dsp:nvSpPr>
        <dsp:cNvPr id="0" name=""/>
        <dsp:cNvSpPr/>
      </dsp:nvSpPr>
      <dsp:spPr>
        <a:xfrm>
          <a:off x="2226673" y="1341924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/>
            <a:t>BK</a:t>
          </a:r>
          <a:endParaRPr kumimoji="1" lang="ja-JP" altLang="en-US" sz="1900" kern="1200"/>
        </a:p>
      </dsp:txBody>
      <dsp:txXfrm>
        <a:off x="2226673" y="1341924"/>
        <a:ext cx="1260257" cy="684000"/>
      </dsp:txXfrm>
    </dsp:sp>
    <dsp:sp modelId="{562011E7-6B5F-AD4D-9571-FC9B9CC5F3D9}">
      <dsp:nvSpPr>
        <dsp:cNvPr id="0" name=""/>
        <dsp:cNvSpPr/>
      </dsp:nvSpPr>
      <dsp:spPr>
        <a:xfrm>
          <a:off x="714363" y="2094325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500" kern="1200"/>
            <a:t>システム</a:t>
          </a:r>
          <a:br>
            <a:rPr kumimoji="1" lang="en-US" altLang="ja-JP" sz="1500" kern="1200" dirty="0"/>
          </a:br>
          <a:r>
            <a:rPr kumimoji="1" lang="ja-JP" altLang="en-US" sz="1500" kern="1200"/>
            <a:t>識別子</a:t>
          </a:r>
        </a:p>
      </dsp:txBody>
      <dsp:txXfrm>
        <a:off x="714363" y="2094325"/>
        <a:ext cx="1260257" cy="684000"/>
      </dsp:txXfrm>
    </dsp:sp>
    <dsp:sp modelId="{D93DDFB8-A01F-3346-AA2B-D71E94D68BEB}">
      <dsp:nvSpPr>
        <dsp:cNvPr id="0" name=""/>
        <dsp:cNvSpPr/>
      </dsp:nvSpPr>
      <dsp:spPr>
        <a:xfrm>
          <a:off x="714363" y="1341924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/>
            <a:t>TSV</a:t>
          </a:r>
          <a:endParaRPr kumimoji="1" lang="ja-JP" altLang="en-US" sz="1900" kern="1200"/>
        </a:p>
      </dsp:txBody>
      <dsp:txXfrm>
        <a:off x="714363" y="1341924"/>
        <a:ext cx="1260257" cy="684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87DCC7-5997-A947-81EA-B1E07C0E5D4F}">
      <dsp:nvSpPr>
        <dsp:cNvPr id="0" name=""/>
        <dsp:cNvSpPr/>
      </dsp:nvSpPr>
      <dsp:spPr>
        <a:xfrm>
          <a:off x="0" y="999925"/>
          <a:ext cx="8915400" cy="1368000"/>
        </a:xfrm>
        <a:prstGeom prst="rightArrow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0BFB1-C7B6-4748-99B9-DAE94BEF5358}">
      <dsp:nvSpPr>
        <dsp:cNvPr id="0" name=""/>
        <dsp:cNvSpPr/>
      </dsp:nvSpPr>
      <dsp:spPr>
        <a:xfrm>
          <a:off x="6763602" y="2094325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500" kern="1200"/>
            <a:t>チェック</a:t>
          </a:r>
          <a:br>
            <a:rPr kumimoji="1" lang="en-US" altLang="ja-JP" sz="1500" kern="1200" dirty="0"/>
          </a:br>
          <a:r>
            <a:rPr kumimoji="1" lang="ja-JP" altLang="en-US" sz="1500" kern="1200"/>
            <a:t>コード</a:t>
          </a:r>
        </a:p>
      </dsp:txBody>
      <dsp:txXfrm>
        <a:off x="6763602" y="2094325"/>
        <a:ext cx="1260257" cy="684000"/>
      </dsp:txXfrm>
    </dsp:sp>
    <dsp:sp modelId="{5913F795-0BB5-B347-B8F4-C416D03395B0}">
      <dsp:nvSpPr>
        <dsp:cNvPr id="0" name=""/>
        <dsp:cNvSpPr/>
      </dsp:nvSpPr>
      <dsp:spPr>
        <a:xfrm>
          <a:off x="6763602" y="1341924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6</a:t>
          </a:r>
          <a:endParaRPr kumimoji="1" lang="ja-JP" altLang="en-US" sz="1900" kern="1200"/>
        </a:p>
      </dsp:txBody>
      <dsp:txXfrm>
        <a:off x="6763602" y="1341924"/>
        <a:ext cx="1260257" cy="684000"/>
      </dsp:txXfrm>
    </dsp:sp>
    <dsp:sp modelId="{6BC175BC-1D24-4148-9888-5059100A66AA}">
      <dsp:nvSpPr>
        <dsp:cNvPr id="0" name=""/>
        <dsp:cNvSpPr/>
      </dsp:nvSpPr>
      <dsp:spPr>
        <a:xfrm>
          <a:off x="5251292" y="2094325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500" kern="1200"/>
            <a:t>固有番号</a:t>
          </a:r>
        </a:p>
      </dsp:txBody>
      <dsp:txXfrm>
        <a:off x="5251292" y="2094325"/>
        <a:ext cx="1260257" cy="684000"/>
      </dsp:txXfrm>
    </dsp:sp>
    <dsp:sp modelId="{8F8B1234-C967-F143-B957-8419900BB2CD}">
      <dsp:nvSpPr>
        <dsp:cNvPr id="0" name=""/>
        <dsp:cNvSpPr/>
      </dsp:nvSpPr>
      <dsp:spPr>
        <a:xfrm>
          <a:off x="5251292" y="1341924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/>
            <a:t>000000000</a:t>
          </a:r>
          <a:endParaRPr kumimoji="1" lang="ja-JP" altLang="en-US" sz="1900" kern="1200"/>
        </a:p>
      </dsp:txBody>
      <dsp:txXfrm>
        <a:off x="5251292" y="1341924"/>
        <a:ext cx="1260257" cy="684000"/>
      </dsp:txXfrm>
    </dsp:sp>
    <dsp:sp modelId="{F4D73FE8-0B4C-E247-8265-CC841A114C84}">
      <dsp:nvSpPr>
        <dsp:cNvPr id="0" name=""/>
        <dsp:cNvSpPr/>
      </dsp:nvSpPr>
      <dsp:spPr>
        <a:xfrm>
          <a:off x="3738982" y="2094325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500" kern="1200"/>
            <a:t>オブジェクト区分コード</a:t>
          </a:r>
        </a:p>
      </dsp:txBody>
      <dsp:txXfrm>
        <a:off x="3738982" y="2094325"/>
        <a:ext cx="1260257" cy="684000"/>
      </dsp:txXfrm>
    </dsp:sp>
    <dsp:sp modelId="{3B0CBC77-BF20-724C-8446-42D7A875F810}">
      <dsp:nvSpPr>
        <dsp:cNvPr id="0" name=""/>
        <dsp:cNvSpPr/>
      </dsp:nvSpPr>
      <dsp:spPr>
        <a:xfrm>
          <a:off x="3738982" y="1341924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203</a:t>
          </a:r>
          <a:endParaRPr kumimoji="1" lang="ja-JP" altLang="en-US" sz="1900" kern="1200"/>
        </a:p>
      </dsp:txBody>
      <dsp:txXfrm>
        <a:off x="3738982" y="1341924"/>
        <a:ext cx="1260257" cy="684000"/>
      </dsp:txXfrm>
    </dsp:sp>
    <dsp:sp modelId="{9946073A-1B51-A545-B83D-FFE86FB59C34}">
      <dsp:nvSpPr>
        <dsp:cNvPr id="0" name=""/>
        <dsp:cNvSpPr/>
      </dsp:nvSpPr>
      <dsp:spPr>
        <a:xfrm>
          <a:off x="2226673" y="2094325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500" strike="sngStrike" kern="1200"/>
            <a:t>オブジェクト区分記号</a:t>
          </a:r>
        </a:p>
      </dsp:txBody>
      <dsp:txXfrm>
        <a:off x="2226673" y="2094325"/>
        <a:ext cx="1260257" cy="684000"/>
      </dsp:txXfrm>
    </dsp:sp>
    <dsp:sp modelId="{4A309934-206E-AF47-B32E-A0064F1B8D53}">
      <dsp:nvSpPr>
        <dsp:cNvPr id="0" name=""/>
        <dsp:cNvSpPr/>
      </dsp:nvSpPr>
      <dsp:spPr>
        <a:xfrm>
          <a:off x="2226673" y="1341924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900" kern="1200"/>
        </a:p>
      </dsp:txBody>
      <dsp:txXfrm>
        <a:off x="2226673" y="1341924"/>
        <a:ext cx="1260257" cy="684000"/>
      </dsp:txXfrm>
    </dsp:sp>
    <dsp:sp modelId="{562011E7-6B5F-AD4D-9571-FC9B9CC5F3D9}">
      <dsp:nvSpPr>
        <dsp:cNvPr id="0" name=""/>
        <dsp:cNvSpPr/>
      </dsp:nvSpPr>
      <dsp:spPr>
        <a:xfrm>
          <a:off x="714363" y="2094325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500" strike="sngStrike" kern="1200"/>
            <a:t>システム</a:t>
          </a:r>
          <a:br>
            <a:rPr kumimoji="1" lang="en-US" altLang="ja-JP" sz="1500" strike="sngStrike" kern="1200" dirty="0"/>
          </a:br>
          <a:r>
            <a:rPr kumimoji="1" lang="ja-JP" altLang="en-US" sz="1500" strike="sngStrike" kern="1200"/>
            <a:t>識別子</a:t>
          </a:r>
        </a:p>
      </dsp:txBody>
      <dsp:txXfrm>
        <a:off x="714363" y="2094325"/>
        <a:ext cx="1260257" cy="684000"/>
      </dsp:txXfrm>
    </dsp:sp>
    <dsp:sp modelId="{D93DDFB8-A01F-3346-AA2B-D71E94D68BEB}">
      <dsp:nvSpPr>
        <dsp:cNvPr id="0" name=""/>
        <dsp:cNvSpPr/>
      </dsp:nvSpPr>
      <dsp:spPr>
        <a:xfrm>
          <a:off x="714363" y="1341924"/>
          <a:ext cx="1260257" cy="6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3040" rIns="0" bIns="1930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900" kern="1200"/>
        </a:p>
      </dsp:txBody>
      <dsp:txXfrm>
        <a:off x="714363" y="1341924"/>
        <a:ext cx="1260257" cy="68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405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492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69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7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901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09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925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7778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20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814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7264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2724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9644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1243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9453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05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3154F-4C5D-7D4C-8443-BC5E486C289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7EAD7CE-ECCF-0D4C-83E5-03A945973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264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D0DB97-2694-DBFA-9770-7B9CC4836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690778"/>
            <a:ext cx="8915399" cy="3086604"/>
          </a:xfrm>
        </p:spPr>
        <p:txBody>
          <a:bodyPr/>
          <a:lstStyle/>
          <a:p>
            <a:r>
              <a:rPr kumimoji="1" lang="en-US" altLang="ja-JP" dirty="0" err="1"/>
              <a:t>ShimawaNever</a:t>
            </a:r>
            <a:r>
              <a:rPr lang="en-US" altLang="ja-JP" dirty="0"/>
              <a:t> feat. TSVs</a:t>
            </a:r>
            <a:br>
              <a:rPr kumimoji="1" lang="en-US" altLang="ja-JP" dirty="0"/>
            </a:br>
            <a:r>
              <a:rPr kumimoji="1" lang="ja-JP" altLang="en-US"/>
              <a:t>処理フローについて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784D492-99EA-3D34-9C6C-485B5A47C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8537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979D74-DC72-E8EE-877D-389E7523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TSV</a:t>
            </a:r>
            <a:r>
              <a:rPr lang="ja-JP" altLang="en-US"/>
              <a:t>オブジェクトの種別</a:t>
            </a:r>
            <a:endParaRPr kumimoji="1" lang="ja-JP" altLang="en-US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E844E879-B34C-2DCE-50C2-5BB2ED368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583389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502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5A4B44-2014-5846-1617-E37556EE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ShimawaNever</a:t>
            </a:r>
            <a:r>
              <a:rPr lang="ja-JP" altLang="en-US"/>
              <a:t>のデータベース</a:t>
            </a:r>
            <a:endParaRPr kumimoji="1" lang="ja-JP" altLang="en-US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C1B7F749-9F7A-EA06-F7B7-80DEE8D4BD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1167367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1963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5E0273-3B69-D2E3-68F2-DAAEC2CC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TSV</a:t>
            </a:r>
            <a:r>
              <a:rPr kumimoji="1" lang="ja-JP" altLang="en-US"/>
              <a:t>コードの仕組み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1FDE79B3-B45D-3A17-85EB-FA6ECD2AF8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5094421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36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9752C-18D2-75B6-3CB5-3D5B7063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CCA05F-55AB-F989-3B28-2E3EBF3F3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S-TSV</a:t>
            </a:r>
            <a:r>
              <a:rPr kumimoji="1" lang="ja-JP" altLang="en-US"/>
              <a:t>コードの仕組み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E3D64C17-D978-A7BE-D51B-D04293B58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112391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9277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D84F83-50DF-C9A1-8D70-AB689B21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共通記録事項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27C8F8-C5DD-9AE7-A12B-4D43489B7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9319392"/>
      </p:ext>
    </p:extLst>
  </p:cSld>
  <p:clrMapOvr>
    <a:masterClrMapping/>
  </p:clrMapOvr>
</p:sld>
</file>

<file path=ppt/theme/theme1.xml><?xml version="1.0" encoding="utf-8"?>
<a:theme xmlns:a="http://schemas.openxmlformats.org/drawingml/2006/main" name="ウィスプ">
  <a:themeElements>
    <a:clrScheme name="ウィスプ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ウィスプ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ウィスプ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1968</TotalTime>
  <Words>156</Words>
  <Application>Microsoft Macintosh PowerPoint</Application>
  <PresentationFormat>ワイド画面</PresentationFormat>
  <Paragraphs>52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ウィスプ</vt:lpstr>
      <vt:lpstr>ShimawaNever feat. TSVs 処理フローについて</vt:lpstr>
      <vt:lpstr>TSVオブジェクトの種別</vt:lpstr>
      <vt:lpstr>ShimawaNeverのデータベース</vt:lpstr>
      <vt:lpstr>TSVコードの仕組み</vt:lpstr>
      <vt:lpstr>S-TSVコードの仕組み</vt:lpstr>
      <vt:lpstr>共通記録事項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Haruka Saito</dc:creator>
  <cp:lastModifiedBy>Haruka Saito</cp:lastModifiedBy>
  <cp:revision>3</cp:revision>
  <dcterms:created xsi:type="dcterms:W3CDTF">2026-05-31T12:27:36Z</dcterms:created>
  <dcterms:modified xsi:type="dcterms:W3CDTF">2026-06-05T23:08:48Z</dcterms:modified>
</cp:coreProperties>
</file>